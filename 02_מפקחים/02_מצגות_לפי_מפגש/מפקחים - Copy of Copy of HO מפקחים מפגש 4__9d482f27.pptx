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45ae98c9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45ae98c9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45ae98c9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45ae98c9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5a9f649d4f840a3c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5a9f649d4f840a3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8f43b692d_0_34: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94" name="Google Shape;94;g3a8f43b692d_0_34: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g3a8f43b692d_0_34: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8f43b692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8f43b692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8f43b692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8f43b692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8f43b692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8f43b692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8f43b692d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8f43b692d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8f43b692d_2_58: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129" name="Google Shape;129;g3a8f43b692d_2_58: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3a8f43b692d_2_58: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8f43b692d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8f43b692d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8f43b692d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8f43b692d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8f43b692d_0_115: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152" name="Google Shape;152;g3a8f43b692d_0_115: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a8f43b692d_0_115: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8f43b692d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8f43b692d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8f43b692d_0_132: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cap="flat" cmpd="sng" w="12475">
            <a:solidFill>
              <a:srgbClr val="000000"/>
            </a:solidFill>
            <a:prstDash val="solid"/>
            <a:round/>
            <a:headEnd len="sm" w="sm" type="none"/>
            <a:tailEnd len="sm" w="sm" type="none"/>
          </a:ln>
        </p:spPr>
      </p:sp>
      <p:sp>
        <p:nvSpPr>
          <p:cNvPr id="176" name="Google Shape;176;g3a8f43b692d_0_132: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
        <p:nvSpPr>
          <p:cNvPr id="177" name="Google Shape;177;g3a8f43b692d_0_132: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8f43b692d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8f43b692d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64b247b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64b247b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1051e2e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1051e2e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64b247b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64b247b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994505b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a994505b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9c26be5e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9c26be5e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50" name="Shape 50"/>
        <p:cNvGrpSpPr/>
        <p:nvPr/>
      </p:nvGrpSpPr>
      <p:grpSpPr>
        <a:xfrm>
          <a:off x="0" y="0"/>
          <a:ext cx="0" cy="0"/>
          <a:chOff x="0" y="0"/>
          <a:chExt cx="0" cy="0"/>
        </a:xfrm>
      </p:grpSpPr>
      <p:sp>
        <p:nvSpPr>
          <p:cNvPr id="51" name="Google Shape;51;p13"/>
          <p:cNvSpPr txBox="1"/>
          <p:nvPr>
            <p:ph type="title"/>
          </p:nvPr>
        </p:nvSpPr>
        <p:spPr>
          <a:xfrm>
            <a:off x="676656" y="315468"/>
            <a:ext cx="4398300" cy="2715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p:nvPr>
            <p:ph idx="2" type="pic"/>
          </p:nvPr>
        </p:nvSpPr>
        <p:spPr>
          <a:xfrm>
            <a:off x="5719477" y="-6858"/>
            <a:ext cx="3436200" cy="4951800"/>
          </a:xfrm>
          <a:prstGeom prst="rect">
            <a:avLst/>
          </a:prstGeom>
          <a:noFill/>
          <a:ln>
            <a:noFill/>
          </a:ln>
        </p:spPr>
      </p:sp>
      <p:sp>
        <p:nvSpPr>
          <p:cNvPr id="53" name="Google Shape;53;p13"/>
          <p:cNvSpPr/>
          <p:nvPr/>
        </p:nvSpPr>
        <p:spPr>
          <a:xfrm>
            <a:off x="0" y="4937760"/>
            <a:ext cx="5715000" cy="2058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54" name="Shape 54"/>
        <p:cNvGrpSpPr/>
        <p:nvPr/>
      </p:nvGrpSpPr>
      <p:grpSpPr>
        <a:xfrm>
          <a:off x="0" y="0"/>
          <a:ext cx="0" cy="0"/>
          <a:chOff x="0" y="0"/>
          <a:chExt cx="0" cy="0"/>
        </a:xfrm>
      </p:grpSpPr>
      <p:sp>
        <p:nvSpPr>
          <p:cNvPr id="55" name="Google Shape;55;p14"/>
          <p:cNvSpPr txBox="1"/>
          <p:nvPr>
            <p:ph type="title"/>
          </p:nvPr>
        </p:nvSpPr>
        <p:spPr>
          <a:xfrm>
            <a:off x="669798" y="54389"/>
            <a:ext cx="6223200" cy="995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4"/>
          <p:cNvSpPr txBox="1"/>
          <p:nvPr>
            <p:ph idx="1" type="body"/>
          </p:nvPr>
        </p:nvSpPr>
        <p:spPr>
          <a:xfrm>
            <a:off x="649223" y="1554480"/>
            <a:ext cx="6243000" cy="26196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0"/>
              </a:spcBef>
              <a:spcAft>
                <a:spcPts val="0"/>
              </a:spcAft>
              <a:buClr>
                <a:schemeClr val="dk1"/>
              </a:buClr>
              <a:buSzPts val="1500"/>
              <a:buFont typeface="Arial"/>
              <a:buChar char="•"/>
              <a:defRPr sz="1500"/>
            </a:lvl1pPr>
            <a:lvl2pPr indent="-323850" lvl="1" marL="914400" algn="l">
              <a:lnSpc>
                <a:spcPct val="120000"/>
              </a:lnSpc>
              <a:spcBef>
                <a:spcPts val="900"/>
              </a:spcBef>
              <a:spcAft>
                <a:spcPts val="0"/>
              </a:spcAft>
              <a:buClr>
                <a:schemeClr val="dk1"/>
              </a:buClr>
              <a:buSzPts val="1500"/>
              <a:buFont typeface="Arial"/>
              <a:buChar char="•"/>
              <a:defRPr sz="1500"/>
            </a:lvl2pPr>
            <a:lvl3pPr indent="-323850" lvl="2" marL="1371600" algn="l">
              <a:lnSpc>
                <a:spcPct val="120000"/>
              </a:lnSpc>
              <a:spcBef>
                <a:spcPts val="1200"/>
              </a:spcBef>
              <a:spcAft>
                <a:spcPts val="0"/>
              </a:spcAft>
              <a:buClr>
                <a:schemeClr val="dk1"/>
              </a:buClr>
              <a:buSzPts val="1500"/>
              <a:buFont typeface="Arial"/>
              <a:buChar char="•"/>
              <a:defRPr sz="1500"/>
            </a:lvl3pPr>
            <a:lvl4pPr indent="-323850" lvl="3" marL="1828800" algn="l">
              <a:lnSpc>
                <a:spcPct val="120000"/>
              </a:lnSpc>
              <a:spcBef>
                <a:spcPts val="1200"/>
              </a:spcBef>
              <a:spcAft>
                <a:spcPts val="0"/>
              </a:spcAft>
              <a:buClr>
                <a:schemeClr val="dk1"/>
              </a:buClr>
              <a:buSzPts val="1500"/>
              <a:buFont typeface="Arial"/>
              <a:buChar char="•"/>
              <a:defRPr sz="1500"/>
            </a:lvl4pPr>
            <a:lvl5pPr indent="-323850" lvl="4" marL="2286000" algn="l">
              <a:lnSpc>
                <a:spcPct val="120000"/>
              </a:lnSpc>
              <a:spcBef>
                <a:spcPts val="1200"/>
              </a:spcBef>
              <a:spcAft>
                <a:spcPts val="0"/>
              </a:spcAft>
              <a:buClr>
                <a:schemeClr val="dk1"/>
              </a:buClr>
              <a:buSzPts val="1500"/>
              <a:buFont typeface="Arial"/>
              <a:buChar char="•"/>
              <a:defRPr sz="1500"/>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7" name="Google Shape;57;p14"/>
          <p:cNvSpPr txBox="1"/>
          <p:nvPr>
            <p:ph idx="12" type="sldNum"/>
          </p:nvPr>
        </p:nvSpPr>
        <p:spPr>
          <a:xfrm>
            <a:off x="683514" y="4684967"/>
            <a:ext cx="20025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b="1" i="0" sz="1100" u="none" cap="none" strike="noStrike">
                <a:solidFill>
                  <a:schemeClr val="dk1"/>
                </a:solidFill>
                <a:latin typeface="Arial"/>
                <a:ea typeface="Arial"/>
                <a:cs typeface="Arial"/>
                <a:sym typeface="Arial"/>
              </a:defRPr>
            </a:lvl1pPr>
            <a:lvl2pPr indent="0" lvl="1" marL="0" algn="l">
              <a:spcBef>
                <a:spcPts val="0"/>
              </a:spcBef>
              <a:buNone/>
              <a:defRPr b="1" i="0" sz="1100" u="none" cap="none" strike="noStrike">
                <a:solidFill>
                  <a:schemeClr val="dk1"/>
                </a:solidFill>
                <a:latin typeface="Arial"/>
                <a:ea typeface="Arial"/>
                <a:cs typeface="Arial"/>
                <a:sym typeface="Arial"/>
              </a:defRPr>
            </a:lvl2pPr>
            <a:lvl3pPr indent="0" lvl="2" marL="0" algn="l">
              <a:spcBef>
                <a:spcPts val="0"/>
              </a:spcBef>
              <a:buNone/>
              <a:defRPr b="1" i="0" sz="1100" u="none" cap="none" strike="noStrike">
                <a:solidFill>
                  <a:schemeClr val="dk1"/>
                </a:solidFill>
                <a:latin typeface="Arial"/>
                <a:ea typeface="Arial"/>
                <a:cs typeface="Arial"/>
                <a:sym typeface="Arial"/>
              </a:defRPr>
            </a:lvl3pPr>
            <a:lvl4pPr indent="0" lvl="3" marL="0" algn="l">
              <a:spcBef>
                <a:spcPts val="0"/>
              </a:spcBef>
              <a:buNone/>
              <a:defRPr b="1" i="0" sz="1100" u="none" cap="none" strike="noStrike">
                <a:solidFill>
                  <a:schemeClr val="dk1"/>
                </a:solidFill>
                <a:latin typeface="Arial"/>
                <a:ea typeface="Arial"/>
                <a:cs typeface="Arial"/>
                <a:sym typeface="Arial"/>
              </a:defRPr>
            </a:lvl4pPr>
            <a:lvl5pPr indent="0" lvl="4" marL="0" algn="l">
              <a:spcBef>
                <a:spcPts val="0"/>
              </a:spcBef>
              <a:buNone/>
              <a:defRPr b="1" i="0" sz="1100" u="none" cap="none" strike="noStrike">
                <a:solidFill>
                  <a:schemeClr val="dk1"/>
                </a:solidFill>
                <a:latin typeface="Arial"/>
                <a:ea typeface="Arial"/>
                <a:cs typeface="Arial"/>
                <a:sym typeface="Arial"/>
              </a:defRPr>
            </a:lvl5pPr>
            <a:lvl6pPr indent="0" lvl="5" marL="0" algn="l">
              <a:spcBef>
                <a:spcPts val="0"/>
              </a:spcBef>
              <a:buNone/>
              <a:defRPr b="1" i="0" sz="1100" u="none" cap="none" strike="noStrike">
                <a:solidFill>
                  <a:schemeClr val="dk1"/>
                </a:solidFill>
                <a:latin typeface="Arial"/>
                <a:ea typeface="Arial"/>
                <a:cs typeface="Arial"/>
                <a:sym typeface="Arial"/>
              </a:defRPr>
            </a:lvl6pPr>
            <a:lvl7pPr indent="0" lvl="6" marL="0" algn="l">
              <a:spcBef>
                <a:spcPts val="0"/>
              </a:spcBef>
              <a:buNone/>
              <a:defRPr b="1" i="0" sz="1100" u="none" cap="none" strike="noStrike">
                <a:solidFill>
                  <a:schemeClr val="dk1"/>
                </a:solidFill>
                <a:latin typeface="Arial"/>
                <a:ea typeface="Arial"/>
                <a:cs typeface="Arial"/>
                <a:sym typeface="Arial"/>
              </a:defRPr>
            </a:lvl7pPr>
            <a:lvl8pPr indent="0" lvl="7" marL="0" algn="l">
              <a:spcBef>
                <a:spcPts val="0"/>
              </a:spcBef>
              <a:buNone/>
              <a:defRPr b="1" i="0" sz="1100" u="none" cap="none" strike="noStrike">
                <a:solidFill>
                  <a:schemeClr val="dk1"/>
                </a:solidFill>
                <a:latin typeface="Arial"/>
                <a:ea typeface="Arial"/>
                <a:cs typeface="Arial"/>
                <a:sym typeface="Arial"/>
              </a:defRPr>
            </a:lvl8pPr>
            <a:lvl9pPr indent="0" lvl="8" marL="0" algn="l">
              <a:spcBef>
                <a:spcPts val="0"/>
              </a:spcBef>
              <a:buNone/>
              <a:defRPr b="1" i="0" sz="11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58" name="Google Shape;58;p14"/>
          <p:cNvSpPr txBox="1"/>
          <p:nvPr>
            <p:ph idx="11" type="ftr"/>
          </p:nvPr>
        </p:nvSpPr>
        <p:spPr>
          <a:xfrm>
            <a:off x="2854646" y="4684967"/>
            <a:ext cx="20574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pic>
        <p:nvPicPr>
          <p:cNvPr id="59" name="Google Shape;59;p14"/>
          <p:cNvPicPr preferRelativeResize="0"/>
          <p:nvPr/>
        </p:nvPicPr>
        <p:blipFill rotWithShape="1">
          <a:blip r:embed="rId2">
            <a:alphaModFix/>
          </a:blip>
          <a:srcRect b="3865" l="1588" r="26225" t="0"/>
          <a:stretch/>
        </p:blipFill>
        <p:spPr>
          <a:xfrm>
            <a:off x="7061597" y="198522"/>
            <a:ext cx="2082404" cy="494498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rtl="1" algn="ctr">
              <a:lnSpc>
                <a:spcPct val="100000"/>
              </a:lnSpc>
              <a:spcBef>
                <a:spcPts val="0"/>
              </a:spcBef>
              <a:spcAft>
                <a:spcPts val="0"/>
              </a:spcAft>
              <a:buSzPts val="2800"/>
              <a:buNone/>
              <a:defRPr b="1">
                <a:solidFill>
                  <a:srgbClr val="660066"/>
                </a:solidFill>
              </a:defRPr>
            </a:lvl1pPr>
            <a:lvl2pPr lvl="1" rtl="1" algn="ctr">
              <a:lnSpc>
                <a:spcPct val="100000"/>
              </a:lnSpc>
              <a:spcBef>
                <a:spcPts val="0"/>
              </a:spcBef>
              <a:spcAft>
                <a:spcPts val="0"/>
              </a:spcAft>
              <a:buSzPts val="2800"/>
              <a:buNone/>
              <a:defRPr/>
            </a:lvl2pPr>
            <a:lvl3pPr lvl="2" rtl="1" algn="ctr">
              <a:lnSpc>
                <a:spcPct val="100000"/>
              </a:lnSpc>
              <a:spcBef>
                <a:spcPts val="0"/>
              </a:spcBef>
              <a:spcAft>
                <a:spcPts val="0"/>
              </a:spcAft>
              <a:buSzPts val="2800"/>
              <a:buNone/>
              <a:defRPr/>
            </a:lvl3pPr>
            <a:lvl4pPr lvl="3" rtl="1" algn="ctr">
              <a:lnSpc>
                <a:spcPct val="100000"/>
              </a:lnSpc>
              <a:spcBef>
                <a:spcPts val="0"/>
              </a:spcBef>
              <a:spcAft>
                <a:spcPts val="0"/>
              </a:spcAft>
              <a:buSzPts val="2800"/>
              <a:buNone/>
              <a:defRPr/>
            </a:lvl4pPr>
            <a:lvl5pPr lvl="4" rtl="1" algn="ctr">
              <a:lnSpc>
                <a:spcPct val="100000"/>
              </a:lnSpc>
              <a:spcBef>
                <a:spcPts val="0"/>
              </a:spcBef>
              <a:spcAft>
                <a:spcPts val="0"/>
              </a:spcAft>
              <a:buSzPts val="2800"/>
              <a:buNone/>
              <a:defRPr/>
            </a:lvl5pPr>
            <a:lvl6pPr lvl="5" rtl="1" algn="ctr">
              <a:lnSpc>
                <a:spcPct val="100000"/>
              </a:lnSpc>
              <a:spcBef>
                <a:spcPts val="0"/>
              </a:spcBef>
              <a:spcAft>
                <a:spcPts val="0"/>
              </a:spcAft>
              <a:buSzPts val="2800"/>
              <a:buNone/>
              <a:defRPr/>
            </a:lvl6pPr>
            <a:lvl7pPr lvl="6" rtl="1" algn="ctr">
              <a:lnSpc>
                <a:spcPct val="100000"/>
              </a:lnSpc>
              <a:spcBef>
                <a:spcPts val="0"/>
              </a:spcBef>
              <a:spcAft>
                <a:spcPts val="0"/>
              </a:spcAft>
              <a:buSzPts val="2800"/>
              <a:buNone/>
              <a:defRPr/>
            </a:lvl7pPr>
            <a:lvl8pPr lvl="7" rtl="1" algn="ctr">
              <a:lnSpc>
                <a:spcPct val="100000"/>
              </a:lnSpc>
              <a:spcBef>
                <a:spcPts val="0"/>
              </a:spcBef>
              <a:spcAft>
                <a:spcPts val="0"/>
              </a:spcAft>
              <a:buSzPts val="2800"/>
              <a:buNone/>
              <a:defRPr/>
            </a:lvl8pPr>
            <a:lvl9pPr lvl="8" rtl="1" algn="ctr">
              <a:lnSpc>
                <a:spcPct val="100000"/>
              </a:lnSpc>
              <a:spcBef>
                <a:spcPts val="0"/>
              </a:spcBef>
              <a:spcAft>
                <a:spcPts val="0"/>
              </a:spcAft>
              <a:buSzPts val="2800"/>
              <a:buNone/>
              <a:defRPr/>
            </a:lvl9pPr>
          </a:lstStyle>
          <a:p/>
        </p:txBody>
      </p:sp>
      <p:sp>
        <p:nvSpPr>
          <p:cNvPr id="62" name="Google Shape;62;p15"/>
          <p:cNvSpPr txBox="1"/>
          <p:nvPr>
            <p:ph idx="1" type="body"/>
          </p:nvPr>
        </p:nvSpPr>
        <p:spPr>
          <a:xfrm>
            <a:off x="457200" y="1600200"/>
            <a:ext cx="8229600" cy="2994600"/>
          </a:xfrm>
          <a:prstGeom prst="rect">
            <a:avLst/>
          </a:prstGeom>
          <a:noFill/>
          <a:ln>
            <a:noFill/>
          </a:ln>
        </p:spPr>
        <p:txBody>
          <a:bodyPr anchorCtr="0" anchor="t" bIns="45700" lIns="91425" spcFirstLastPara="1" rIns="91425" wrap="square" tIns="45700">
            <a:normAutofit/>
          </a:bodyPr>
          <a:lstStyle>
            <a:lvl1pPr indent="-431800" lvl="0" marL="457200" rtl="1" algn="r">
              <a:lnSpc>
                <a:spcPct val="115000"/>
              </a:lnSpc>
              <a:spcBef>
                <a:spcPts val="640"/>
              </a:spcBef>
              <a:spcAft>
                <a:spcPts val="0"/>
              </a:spcAft>
              <a:buClr>
                <a:schemeClr val="dk1"/>
              </a:buClr>
              <a:buSzPts val="3200"/>
              <a:buChar char="●"/>
              <a:defRPr/>
            </a:lvl1pPr>
            <a:lvl2pPr indent="-406400" lvl="1" marL="914400" rtl="1" algn="r">
              <a:lnSpc>
                <a:spcPct val="115000"/>
              </a:lnSpc>
              <a:spcBef>
                <a:spcPts val="560"/>
              </a:spcBef>
              <a:spcAft>
                <a:spcPts val="0"/>
              </a:spcAft>
              <a:buClr>
                <a:schemeClr val="dk1"/>
              </a:buClr>
              <a:buSzPts val="2800"/>
              <a:buChar char="○"/>
              <a:defRPr/>
            </a:lvl2pPr>
            <a:lvl3pPr indent="-381000" lvl="2" marL="1371600" rtl="1" algn="r">
              <a:lnSpc>
                <a:spcPct val="115000"/>
              </a:lnSpc>
              <a:spcBef>
                <a:spcPts val="480"/>
              </a:spcBef>
              <a:spcAft>
                <a:spcPts val="0"/>
              </a:spcAft>
              <a:buClr>
                <a:schemeClr val="dk1"/>
              </a:buClr>
              <a:buSzPts val="2400"/>
              <a:buChar char="■"/>
              <a:defRPr/>
            </a:lvl3pPr>
            <a:lvl4pPr indent="-355600" lvl="3" marL="1828800" rtl="1" algn="r">
              <a:lnSpc>
                <a:spcPct val="115000"/>
              </a:lnSpc>
              <a:spcBef>
                <a:spcPts val="400"/>
              </a:spcBef>
              <a:spcAft>
                <a:spcPts val="0"/>
              </a:spcAft>
              <a:buClr>
                <a:schemeClr val="dk1"/>
              </a:buClr>
              <a:buSzPts val="2000"/>
              <a:buChar char="●"/>
              <a:defRPr/>
            </a:lvl4pPr>
            <a:lvl5pPr indent="-355600" lvl="4" marL="2286000" rtl="1" algn="r">
              <a:lnSpc>
                <a:spcPct val="115000"/>
              </a:lnSpc>
              <a:spcBef>
                <a:spcPts val="400"/>
              </a:spcBef>
              <a:spcAft>
                <a:spcPts val="0"/>
              </a:spcAft>
              <a:buClr>
                <a:schemeClr val="dk1"/>
              </a:buClr>
              <a:buSzPts val="2000"/>
              <a:buChar char="○"/>
              <a:defRPr/>
            </a:lvl5pPr>
            <a:lvl6pPr indent="-342900" lvl="5" marL="2743200" algn="l">
              <a:lnSpc>
                <a:spcPct val="115000"/>
              </a:lnSpc>
              <a:spcBef>
                <a:spcPts val="36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sp>
        <p:nvSpPr>
          <p:cNvPr id="63" name="Google Shape;63;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15"/>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5" name="Shape 65"/>
        <p:cNvGrpSpPr/>
        <p:nvPr/>
      </p:nvGrpSpPr>
      <p:grpSpPr>
        <a:xfrm>
          <a:off x="0" y="0"/>
          <a:ext cx="0" cy="0"/>
          <a:chOff x="0" y="0"/>
          <a:chExt cx="0" cy="0"/>
        </a:xfrm>
      </p:grpSpPr>
      <p:pic>
        <p:nvPicPr>
          <p:cNvPr id="66" name="Google Shape;66;p16"/>
          <p:cNvPicPr preferRelativeResize="0"/>
          <p:nvPr/>
        </p:nvPicPr>
        <p:blipFill rotWithShape="1">
          <a:blip r:embed="rId2">
            <a:alphaModFix/>
          </a:blip>
          <a:srcRect b="0" l="0" r="0" t="0"/>
          <a:stretch/>
        </p:blipFill>
        <p:spPr>
          <a:xfrm>
            <a:off x="7162800" y="0"/>
            <a:ext cx="1479947" cy="891778"/>
          </a:xfrm>
          <a:prstGeom prst="rect">
            <a:avLst/>
          </a:prstGeom>
          <a:noFill/>
          <a:ln>
            <a:noFill/>
          </a:ln>
        </p:spPr>
      </p:pic>
      <p:sp>
        <p:nvSpPr>
          <p:cNvPr id="67" name="Google Shape;67;p16"/>
          <p:cNvSpPr txBox="1"/>
          <p:nvPr>
            <p:ph type="title"/>
          </p:nvPr>
        </p:nvSpPr>
        <p:spPr>
          <a:xfrm>
            <a:off x="457200" y="857250"/>
            <a:ext cx="8229600" cy="857400"/>
          </a:xfrm>
          <a:prstGeom prst="rect">
            <a:avLst/>
          </a:prstGeom>
          <a:noFill/>
          <a:ln>
            <a:noFill/>
          </a:ln>
        </p:spPr>
        <p:txBody>
          <a:bodyPr anchorCtr="0" anchor="ctr" bIns="45700" lIns="91425" spcFirstLastPara="1" rIns="91425" wrap="square" tIns="45700">
            <a:normAutofit/>
          </a:bodyPr>
          <a:lstStyle>
            <a:lvl1pPr lvl="0" rtl="1" algn="ctr">
              <a:spcBef>
                <a:spcPts val="0"/>
              </a:spcBef>
              <a:spcAft>
                <a:spcPts val="0"/>
              </a:spcAft>
              <a:buSzPts val="2800"/>
              <a:buNone/>
              <a:defRPr/>
            </a:lvl1pPr>
            <a:lvl2pPr lvl="1" rtl="1" algn="ctr">
              <a:spcBef>
                <a:spcPts val="0"/>
              </a:spcBef>
              <a:spcAft>
                <a:spcPts val="0"/>
              </a:spcAft>
              <a:buSzPts val="2800"/>
              <a:buNone/>
              <a:defRPr/>
            </a:lvl2pPr>
            <a:lvl3pPr lvl="2" rtl="1" algn="ctr">
              <a:spcBef>
                <a:spcPts val="0"/>
              </a:spcBef>
              <a:spcAft>
                <a:spcPts val="0"/>
              </a:spcAft>
              <a:buSzPts val="2800"/>
              <a:buNone/>
              <a:defRPr/>
            </a:lvl3pPr>
            <a:lvl4pPr lvl="3" rtl="1" algn="ctr">
              <a:spcBef>
                <a:spcPts val="0"/>
              </a:spcBef>
              <a:spcAft>
                <a:spcPts val="0"/>
              </a:spcAft>
              <a:buSzPts val="2800"/>
              <a:buNone/>
              <a:defRPr/>
            </a:lvl4pPr>
            <a:lvl5pPr lvl="4" rtl="1" algn="ctr">
              <a:spcBef>
                <a:spcPts val="0"/>
              </a:spcBef>
              <a:spcAft>
                <a:spcPts val="0"/>
              </a:spcAft>
              <a:buSzPts val="2800"/>
              <a:buNone/>
              <a:defRPr/>
            </a:lvl5pPr>
            <a:lvl6pPr lvl="5" rtl="1" algn="ctr">
              <a:spcBef>
                <a:spcPts val="0"/>
              </a:spcBef>
              <a:spcAft>
                <a:spcPts val="0"/>
              </a:spcAft>
              <a:buSzPts val="2800"/>
              <a:buNone/>
              <a:defRPr/>
            </a:lvl6pPr>
            <a:lvl7pPr lvl="6" rtl="1" algn="ctr">
              <a:spcBef>
                <a:spcPts val="0"/>
              </a:spcBef>
              <a:spcAft>
                <a:spcPts val="0"/>
              </a:spcAft>
              <a:buSzPts val="2800"/>
              <a:buNone/>
              <a:defRPr/>
            </a:lvl7pPr>
            <a:lvl8pPr lvl="7" rtl="1" algn="ctr">
              <a:spcBef>
                <a:spcPts val="0"/>
              </a:spcBef>
              <a:spcAft>
                <a:spcPts val="0"/>
              </a:spcAft>
              <a:buSzPts val="2800"/>
              <a:buNone/>
              <a:defRPr/>
            </a:lvl8pPr>
            <a:lvl9pPr lvl="8" rtl="1" algn="ctr">
              <a:spcBef>
                <a:spcPts val="0"/>
              </a:spcBef>
              <a:spcAft>
                <a:spcPts val="0"/>
              </a:spcAft>
              <a:buSzPts val="2800"/>
              <a:buNone/>
              <a:defRPr/>
            </a:lvl9pPr>
          </a:lstStyle>
          <a:p/>
        </p:txBody>
      </p:sp>
      <p:sp>
        <p:nvSpPr>
          <p:cNvPr id="68" name="Google Shape;68;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2400300" y="4767263"/>
            <a:ext cx="43434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6"/>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mbasic.facebook.com/reel/2272695643230851"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www.youtube.com/watch?v=b65C_muXajk&amp;authuser=0" TargetMode="External"/><Relationship Id="rId4" Type="http://schemas.openxmlformats.org/officeDocument/2006/relationships/image" Target="../media/image6.png"/><Relationship Id="rId5" Type="http://schemas.openxmlformats.org/officeDocument/2006/relationships/hyperlink" Target="https://www.youtube.com/watch?v=b65C_muXajk&amp;authuser=0" TargetMode="External"/><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youtu.be/M7beV82fr4g" TargetMode="External"/><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hyperlink" Target="https://mail.google.com/mail/u/0/#inbox?projector=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6" name="Google Shape;7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7" name="Google Shape;77;p17"/>
          <p:cNvPicPr preferRelativeResize="0"/>
          <p:nvPr/>
        </p:nvPicPr>
        <p:blipFill>
          <a:blip r:embed="rId3">
            <a:alphaModFix/>
          </a:blip>
          <a:stretch>
            <a:fillRect/>
          </a:stretch>
        </p:blipFill>
        <p:spPr>
          <a:xfrm>
            <a:off x="3067" y="0"/>
            <a:ext cx="9137869"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3" name="Google Shape;8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4" name="Google Shape;84;p18"/>
          <p:cNvPicPr preferRelativeResize="0"/>
          <p:nvPr/>
        </p:nvPicPr>
        <p:blipFill>
          <a:blip r:embed="rId3">
            <a:alphaModFix/>
          </a:blip>
          <a:stretch>
            <a:fillRect/>
          </a:stretch>
        </p:blipFill>
        <p:spPr>
          <a:xfrm>
            <a:off x="2143942" y="152400"/>
            <a:ext cx="5160916" cy="5143500"/>
          </a:xfrm>
          <a:prstGeom prst="rect">
            <a:avLst/>
          </a:prstGeom>
          <a:noFill/>
          <a:ln>
            <a:noFill/>
          </a:ln>
        </p:spPr>
      </p:pic>
      <p:sp>
        <p:nvSpPr>
          <p:cNvPr id="85" name="Google Shape;85;p18"/>
          <p:cNvSpPr txBox="1"/>
          <p:nvPr/>
        </p:nvSpPr>
        <p:spPr>
          <a:xfrm>
            <a:off x="-1611925" y="3922325"/>
            <a:ext cx="5104500" cy="461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b="1" lang="en" sz="1800">
                <a:solidFill>
                  <a:schemeClr val="dk2"/>
                </a:solidFill>
              </a:rPr>
              <a:t>הקנג'י של הקשבה בסינית (מנדרין)</a:t>
            </a:r>
            <a:endParaRPr b="1"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1184137" y="1600200"/>
            <a:ext cx="7772100" cy="1036800"/>
          </a:xfrm>
          <a:prstGeom prst="rect">
            <a:avLst/>
          </a:prstGeom>
          <a:noFill/>
          <a:ln>
            <a:noFill/>
          </a:ln>
        </p:spPr>
        <p:txBody>
          <a:bodyPr anchorCtr="0" anchor="t" bIns="45700" lIns="91425" spcFirstLastPara="1" rIns="91425" wrap="square" tIns="45700">
            <a:noAutofit/>
          </a:bodyPr>
          <a:lstStyle/>
          <a:p>
            <a:pPr indent="-431800" lvl="0" marL="457200" rtl="1" algn="r">
              <a:lnSpc>
                <a:spcPct val="87000"/>
              </a:lnSpc>
              <a:spcBef>
                <a:spcPts val="640"/>
              </a:spcBef>
              <a:spcAft>
                <a:spcPts val="0"/>
              </a:spcAft>
              <a:buSzPts val="2960"/>
              <a:buNone/>
            </a:pPr>
            <a:r>
              <a:rPr b="1" lang="en" sz="4065"/>
              <a:t>מי שצופים בו - צפוי.  </a:t>
            </a:r>
            <a:endParaRPr b="1" sz="4065"/>
          </a:p>
          <a:p>
            <a:pPr indent="-431800" lvl="0" marL="457200" rtl="1" algn="r">
              <a:lnSpc>
                <a:spcPct val="87000"/>
              </a:lnSpc>
              <a:spcBef>
                <a:spcPts val="640"/>
              </a:spcBef>
              <a:spcAft>
                <a:spcPts val="0"/>
              </a:spcAft>
              <a:buSzPts val="2960"/>
              <a:buNone/>
            </a:pPr>
            <a:r>
              <a:rPr b="1" lang="en" sz="4065"/>
              <a:t>ומי שרואים אותו - ראוי.</a:t>
            </a:r>
            <a:endParaRPr sz="4065"/>
          </a:p>
        </p:txBody>
      </p:sp>
      <p:pic>
        <p:nvPicPr>
          <p:cNvPr descr="צילום תקריב של עין של אדם" id="91" name="Google Shape;91;p19"/>
          <p:cNvPicPr preferRelativeResize="0"/>
          <p:nvPr/>
        </p:nvPicPr>
        <p:blipFill rotWithShape="1">
          <a:blip r:embed="rId3">
            <a:alphaModFix/>
          </a:blip>
          <a:srcRect b="0" l="0" r="0" t="0"/>
          <a:stretch/>
        </p:blipFill>
        <p:spPr>
          <a:xfrm>
            <a:off x="-77556" y="3171350"/>
            <a:ext cx="2715600" cy="19721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nvSpPr>
        <p:spPr>
          <a:xfrm>
            <a:off x="8459788" y="1329929"/>
            <a:ext cx="684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20"/>
          <p:cNvSpPr txBox="1"/>
          <p:nvPr/>
        </p:nvSpPr>
        <p:spPr>
          <a:xfrm>
            <a:off x="276897" y="1555950"/>
            <a:ext cx="5255100" cy="1015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lang="en" sz="6000">
                <a:solidFill>
                  <a:srgbClr val="7030A0"/>
                </a:solidFill>
              </a:rPr>
              <a:t>תמיד הייתי…..</a:t>
            </a:r>
            <a:endParaRPr b="1" sz="6000">
              <a:solidFill>
                <a:srgbClr val="7030A0"/>
              </a:solidFill>
            </a:endParaRPr>
          </a:p>
        </p:txBody>
      </p:sp>
      <p:pic>
        <p:nvPicPr>
          <p:cNvPr id="99" name="Google Shape;99;p20"/>
          <p:cNvPicPr preferRelativeResize="0"/>
          <p:nvPr/>
        </p:nvPicPr>
        <p:blipFill>
          <a:blip r:embed="rId3">
            <a:alphaModFix/>
          </a:blip>
          <a:stretch>
            <a:fillRect/>
          </a:stretch>
        </p:blipFill>
        <p:spPr>
          <a:xfrm>
            <a:off x="6263646" y="0"/>
            <a:ext cx="2880354"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06" name="Google Shape;106;p21">
            <a:hlinkClick r:id="rId3"/>
          </p:cNvPr>
          <p:cNvPicPr preferRelativeResize="0"/>
          <p:nvPr/>
        </p:nvPicPr>
        <p:blipFill>
          <a:blip r:embed="rId4">
            <a:alphaModFix/>
          </a:blip>
          <a:stretch>
            <a:fillRect/>
          </a:stretch>
        </p:blipFill>
        <p:spPr>
          <a:xfrm>
            <a:off x="2644916" y="822941"/>
            <a:ext cx="3643300" cy="3643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12" name="Google Shape;112;p22">
            <a:hlinkClick r:id="rId3"/>
          </p:cNvPr>
          <p:cNvPicPr preferRelativeResize="0"/>
          <p:nvPr/>
        </p:nvPicPr>
        <p:blipFill>
          <a:blip r:embed="rId4">
            <a:alphaModFix/>
          </a:blip>
          <a:stretch>
            <a:fillRect/>
          </a:stretch>
        </p:blipFill>
        <p:spPr>
          <a:xfrm>
            <a:off x="152400" y="0"/>
            <a:ext cx="6819900" cy="5461350"/>
          </a:xfrm>
          <a:prstGeom prst="rect">
            <a:avLst/>
          </a:prstGeom>
          <a:noFill/>
          <a:ln>
            <a:noFill/>
          </a:ln>
        </p:spPr>
      </p:pic>
      <p:pic>
        <p:nvPicPr>
          <p:cNvPr id="113" name="Google Shape;113;p22">
            <a:hlinkClick r:id="rId5"/>
          </p:cNvPr>
          <p:cNvPicPr preferRelativeResize="0"/>
          <p:nvPr/>
        </p:nvPicPr>
        <p:blipFill>
          <a:blip r:embed="rId6">
            <a:alphaModFix/>
          </a:blip>
          <a:stretch>
            <a:fillRect/>
          </a:stretch>
        </p:blipFill>
        <p:spPr>
          <a:xfrm>
            <a:off x="6765594" y="3410725"/>
            <a:ext cx="2146825" cy="1234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19" name="Google Shape;119;p23"/>
          <p:cNvPicPr preferRelativeResize="0"/>
          <p:nvPr/>
        </p:nvPicPr>
        <p:blipFill rotWithShape="1">
          <a:blip r:embed="rId3">
            <a:alphaModFix/>
          </a:blip>
          <a:srcRect b="0" l="0" r="49357" t="0"/>
          <a:stretch/>
        </p:blipFill>
        <p:spPr>
          <a:xfrm>
            <a:off x="2072625" y="813525"/>
            <a:ext cx="5270000" cy="448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5" name="Google Shape;125;p24"/>
          <p:cNvPicPr preferRelativeResize="0"/>
          <p:nvPr/>
        </p:nvPicPr>
        <p:blipFill rotWithShape="1">
          <a:blip r:embed="rId3">
            <a:alphaModFix/>
          </a:blip>
          <a:srcRect b="0" l="0" r="49357" t="0"/>
          <a:stretch/>
        </p:blipFill>
        <p:spPr>
          <a:xfrm>
            <a:off x="-3687200" y="613050"/>
            <a:ext cx="5237400" cy="4457700"/>
          </a:xfrm>
          <a:prstGeom prst="rect">
            <a:avLst/>
          </a:prstGeom>
          <a:noFill/>
          <a:ln>
            <a:noFill/>
          </a:ln>
        </p:spPr>
      </p:pic>
      <p:sp>
        <p:nvSpPr>
          <p:cNvPr id="126" name="Google Shape;126;p24"/>
          <p:cNvSpPr txBox="1"/>
          <p:nvPr/>
        </p:nvSpPr>
        <p:spPr>
          <a:xfrm>
            <a:off x="1088150" y="822975"/>
            <a:ext cx="7485000" cy="38481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t>"כשהם צעירים מאוד וקטנים בהרבה, אנחנו קושרים אותם באותו חבל, ובגיל הזה הוא מספיק חזק כדי להחזיק אותם. עם הזמן, כשהם גדלים, הם מתרגלים לחשוב שהם עדיין לא יכולים לברוח. הם מאמינים שהחבל עדיין חזק מהם — ולכן הם אפילו לא מנסים להשתחרר."</a:t>
            </a:r>
            <a:endParaRPr sz="3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nvSpPr>
        <p:spPr>
          <a:xfrm>
            <a:off x="1093788" y="1352550"/>
            <a:ext cx="69564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3200">
                <a:solidFill>
                  <a:schemeClr val="dk1"/>
                </a:solidFill>
                <a:latin typeface="Comic Sans MS"/>
                <a:ea typeface="Comic Sans MS"/>
                <a:cs typeface="Comic Sans MS"/>
                <a:sym typeface="Comic Sans MS"/>
              </a:rPr>
              <a:t>“Your gremlin is the Sleazy Master of Misery lurking in the shadows of your own mind” 			</a:t>
            </a:r>
            <a:r>
              <a:rPr lang="en" sz="1800">
                <a:solidFill>
                  <a:schemeClr val="dk1"/>
                </a:solidFill>
                <a:latin typeface="Comic Sans MS"/>
                <a:ea typeface="Comic Sans MS"/>
                <a:cs typeface="Comic Sans MS"/>
                <a:sym typeface="Comic Sans MS"/>
              </a:rPr>
              <a:t>Rick Carson</a:t>
            </a:r>
            <a:endParaRPr/>
          </a:p>
        </p:txBody>
      </p:sp>
      <p:pic>
        <p:nvPicPr>
          <p:cNvPr id="133" name="Google Shape;133;p25"/>
          <p:cNvPicPr preferRelativeResize="0"/>
          <p:nvPr/>
        </p:nvPicPr>
        <p:blipFill rotWithShape="1">
          <a:blip r:embed="rId3">
            <a:alphaModFix/>
          </a:blip>
          <a:srcRect b="0" l="0" r="0" t="0"/>
          <a:stretch/>
        </p:blipFill>
        <p:spPr>
          <a:xfrm>
            <a:off x="228600" y="3704034"/>
            <a:ext cx="1350170" cy="1268016"/>
          </a:xfrm>
          <a:prstGeom prst="rect">
            <a:avLst/>
          </a:prstGeom>
          <a:noFill/>
          <a:ln>
            <a:noFill/>
          </a:ln>
        </p:spPr>
      </p:pic>
      <p:sp>
        <p:nvSpPr>
          <p:cNvPr id="134" name="Google Shape;134;p25"/>
          <p:cNvSpPr/>
          <p:nvPr/>
        </p:nvSpPr>
        <p:spPr>
          <a:xfrm>
            <a:off x="4953000" y="342900"/>
            <a:ext cx="1700212" cy="733425"/>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000000"/>
                </a:solidFill>
                <a:latin typeface="Impact"/>
              </a:rPr>
              <a:t>גרמלין</a:t>
            </a:r>
          </a:p>
        </p:txBody>
      </p:sp>
      <p:sp>
        <p:nvSpPr>
          <p:cNvPr id="135" name="Google Shape;135;p25"/>
          <p:cNvSpPr txBox="1"/>
          <p:nvPr/>
        </p:nvSpPr>
        <p:spPr>
          <a:xfrm>
            <a:off x="8027988" y="4677966"/>
            <a:ext cx="18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25"/>
          <p:cNvSpPr/>
          <p:nvPr/>
        </p:nvSpPr>
        <p:spPr>
          <a:xfrm>
            <a:off x="827088" y="3069975"/>
            <a:ext cx="7581900" cy="1315800"/>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lang="en" sz="3600">
                <a:solidFill>
                  <a:schemeClr val="dk1"/>
                </a:solidFill>
                <a:latin typeface="Arial"/>
                <a:ea typeface="Arial"/>
                <a:cs typeface="Arial"/>
                <a:sym typeface="Arial"/>
              </a:rPr>
              <a:t>"הגרמלין הינו שליט האומללות המתעב, האורב לנו בצללים של  הדעת שלנו"</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6"/>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
        <p:nvSpPr>
          <p:cNvPr id="142" name="Google Shape;142;p26"/>
          <p:cNvSpPr txBox="1"/>
          <p:nvPr/>
        </p:nvSpPr>
        <p:spPr>
          <a:xfrm>
            <a:off x="964700" y="1138425"/>
            <a:ext cx="6926700" cy="2586000"/>
          </a:xfrm>
          <a:prstGeom prst="rect">
            <a:avLst/>
          </a:prstGeom>
          <a:noFill/>
          <a:ln>
            <a:noFill/>
          </a:ln>
        </p:spPr>
        <p:txBody>
          <a:bodyPr anchorCtr="0" anchor="t" bIns="91425" lIns="91425" spcFirstLastPara="1" rIns="91425" wrap="square" tIns="91425">
            <a:spAutoFit/>
          </a:bodyPr>
          <a:lstStyle/>
          <a:p>
            <a:pPr indent="-381000" lvl="0" marL="457200" rtl="1" algn="r">
              <a:spcBef>
                <a:spcPts val="0"/>
              </a:spcBef>
              <a:spcAft>
                <a:spcPts val="0"/>
              </a:spcAft>
              <a:buClr>
                <a:schemeClr val="dk1"/>
              </a:buClr>
              <a:buSzPts val="2400"/>
              <a:buChar char="●"/>
            </a:pPr>
            <a:r>
              <a:rPr lang="en" sz="2600">
                <a:solidFill>
                  <a:schemeClr val="dk1"/>
                </a:solidFill>
              </a:rPr>
              <a:t>יודע להצביע על נקודות התורפה, החולשות ו</a:t>
            </a:r>
            <a:r>
              <a:rPr lang="en" sz="2600">
                <a:solidFill>
                  <a:schemeClr val="dk1"/>
                </a:solidFill>
              </a:rPr>
              <a:t>הכישלונות</a:t>
            </a:r>
            <a:r>
              <a:rPr lang="en" sz="2600">
                <a:solidFill>
                  <a:schemeClr val="dk1"/>
                </a:solidFill>
              </a:rPr>
              <a:t> שלנו</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מבוסס על קורטוב של "אמת" שהתעצם למימדי ענק!!!!!</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מכיר אותנו ואת החולשות שלנו ___ שנים</a:t>
            </a:r>
            <a:endParaRPr sz="2600">
              <a:solidFill>
                <a:schemeClr val="dk1"/>
              </a:solidFill>
            </a:endParaRPr>
          </a:p>
          <a:p>
            <a:pPr indent="0" lvl="0" marL="457200" rtl="1" algn="r">
              <a:spcBef>
                <a:spcPts val="0"/>
              </a:spcBef>
              <a:spcAft>
                <a:spcPts val="0"/>
              </a:spcAft>
              <a:buNone/>
            </a:pPr>
            <a:r>
              <a:t/>
            </a:r>
            <a:endParaRPr sz="2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פוטנציאל הנזק של הגרמלין</a:t>
            </a:r>
            <a:endParaRPr/>
          </a:p>
        </p:txBody>
      </p:sp>
      <p:pic>
        <p:nvPicPr>
          <p:cNvPr id="148" name="Google Shape;148;p27"/>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
        <p:nvSpPr>
          <p:cNvPr id="149" name="Google Shape;149;p27"/>
          <p:cNvSpPr txBox="1"/>
          <p:nvPr/>
        </p:nvSpPr>
        <p:spPr>
          <a:xfrm>
            <a:off x="1979675" y="1138425"/>
            <a:ext cx="5911800" cy="2986200"/>
          </a:xfrm>
          <a:prstGeom prst="rect">
            <a:avLst/>
          </a:prstGeom>
          <a:noFill/>
          <a:ln>
            <a:noFill/>
          </a:ln>
        </p:spPr>
        <p:txBody>
          <a:bodyPr anchorCtr="0" anchor="t" bIns="91425" lIns="91425" spcFirstLastPara="1" rIns="91425" wrap="square" tIns="91425">
            <a:spAutoFit/>
          </a:bodyPr>
          <a:lstStyle/>
          <a:p>
            <a:pPr indent="-393700" lvl="0" marL="457200" rtl="1" algn="r">
              <a:spcBef>
                <a:spcPts val="0"/>
              </a:spcBef>
              <a:spcAft>
                <a:spcPts val="0"/>
              </a:spcAft>
              <a:buClr>
                <a:schemeClr val="dk1"/>
              </a:buClr>
              <a:buSzPts val="2600"/>
              <a:buChar char="●"/>
            </a:pPr>
            <a:r>
              <a:rPr lang="en" sz="2600">
                <a:solidFill>
                  <a:schemeClr val="dk1"/>
                </a:solidFill>
              </a:rPr>
              <a:t>מחזק את השיפוטיות שלנו לגבי עצמנו ומתוך כך מגביל אותנו.</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כמנטורים, הוא </a:t>
            </a:r>
            <a:r>
              <a:rPr lang="en" sz="2600">
                <a:solidFill>
                  <a:schemeClr val="dk1"/>
                </a:solidFill>
              </a:rPr>
              <a:t>פוגע ברמת ההקשבה ומסיט אותנו מהכאן ועכשיו.</a:t>
            </a:r>
            <a:endParaRPr sz="2600">
              <a:solidFill>
                <a:schemeClr val="dk1"/>
              </a:solidFill>
            </a:endParaRPr>
          </a:p>
          <a:p>
            <a:pPr indent="0" lvl="0" marL="457200" rtl="1" algn="r">
              <a:spcBef>
                <a:spcPts val="0"/>
              </a:spcBef>
              <a:spcAft>
                <a:spcPts val="0"/>
              </a:spcAft>
              <a:buNone/>
            </a:pPr>
            <a:r>
              <a:t/>
            </a:r>
            <a:endParaRPr sz="2600">
              <a:solidFill>
                <a:schemeClr val="dk1"/>
              </a:solidFill>
            </a:endParaRPr>
          </a:p>
          <a:p>
            <a:pPr indent="0" lvl="0" marL="457200" rtl="1" algn="r">
              <a:spcBef>
                <a:spcPts val="0"/>
              </a:spcBef>
              <a:spcAft>
                <a:spcPts val="0"/>
              </a:spcAft>
              <a:buNone/>
            </a:pPr>
            <a:r>
              <a:rPr lang="en" sz="2600">
                <a:solidFill>
                  <a:schemeClr val="dk1"/>
                </a:solidFill>
              </a:rPr>
              <a:t>הם עולים לבד….</a:t>
            </a:r>
            <a:endParaRPr sz="2600">
              <a:solidFill>
                <a:schemeClr val="dk1"/>
              </a:solidFill>
            </a:endParaRPr>
          </a:p>
          <a:p>
            <a:pPr indent="0" lvl="0" marL="457200" rtl="1" algn="r">
              <a:spcBef>
                <a:spcPts val="0"/>
              </a:spcBef>
              <a:spcAft>
                <a:spcPts val="0"/>
              </a:spcAft>
              <a:buNone/>
            </a:pPr>
            <a:r>
              <a:t/>
            </a:r>
            <a:endParaRPr sz="2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p:nvPr/>
        </p:nvSpPr>
        <p:spPr>
          <a:xfrm>
            <a:off x="4572000" y="342900"/>
            <a:ext cx="1700212" cy="733425"/>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000000"/>
                </a:solidFill>
                <a:latin typeface="Impact"/>
              </a:rPr>
              <a:t>גרמלין</a:t>
            </a:r>
          </a:p>
        </p:txBody>
      </p:sp>
      <p:sp>
        <p:nvSpPr>
          <p:cNvPr id="156" name="Google Shape;156;p28"/>
          <p:cNvSpPr txBox="1"/>
          <p:nvPr/>
        </p:nvSpPr>
        <p:spPr>
          <a:xfrm>
            <a:off x="8027988" y="4677966"/>
            <a:ext cx="18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57" name="Google Shape;157;p28">
            <a:hlinkClick r:id="rId3"/>
          </p:cNvPr>
          <p:cNvPicPr preferRelativeResize="0"/>
          <p:nvPr/>
        </p:nvPicPr>
        <p:blipFill>
          <a:blip r:embed="rId4">
            <a:alphaModFix/>
          </a:blip>
          <a:stretch>
            <a:fillRect/>
          </a:stretch>
        </p:blipFill>
        <p:spPr>
          <a:xfrm rot="1541566">
            <a:off x="-149375" y="3245475"/>
            <a:ext cx="3802375" cy="3044925"/>
          </a:xfrm>
          <a:prstGeom prst="rect">
            <a:avLst/>
          </a:prstGeom>
          <a:noFill/>
          <a:ln>
            <a:noFill/>
          </a:ln>
        </p:spPr>
      </p:pic>
      <p:sp>
        <p:nvSpPr>
          <p:cNvPr id="158" name="Google Shape;158;p28"/>
          <p:cNvSpPr txBox="1"/>
          <p:nvPr/>
        </p:nvSpPr>
        <p:spPr>
          <a:xfrm>
            <a:off x="5960251" y="1690923"/>
            <a:ext cx="20409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200">
                <a:solidFill>
                  <a:schemeClr val="dk1"/>
                </a:solidFill>
                <a:latin typeface="Arial"/>
                <a:ea typeface="Arial"/>
                <a:cs typeface="Arial"/>
                <a:sym typeface="Arial"/>
              </a:rPr>
              <a:t>אוהבי חושך</a:t>
            </a:r>
            <a:endParaRPr sz="3200">
              <a:solidFill>
                <a:schemeClr val="dk1"/>
              </a:solidFill>
              <a:latin typeface="Arial"/>
              <a:ea typeface="Arial"/>
              <a:cs typeface="Arial"/>
              <a:sym typeface="Arial"/>
            </a:endParaRPr>
          </a:p>
        </p:txBody>
      </p:sp>
      <p:sp>
        <p:nvSpPr>
          <p:cNvPr id="159" name="Google Shape;159;p28"/>
          <p:cNvSpPr txBox="1"/>
          <p:nvPr/>
        </p:nvSpPr>
        <p:spPr>
          <a:xfrm>
            <a:off x="278900" y="2439934"/>
            <a:ext cx="77226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200">
                <a:solidFill>
                  <a:schemeClr val="dk1"/>
                </a:solidFill>
                <a:latin typeface="Arial"/>
                <a:ea typeface="Arial"/>
                <a:cs typeface="Arial"/>
                <a:sym typeface="Arial"/>
              </a:rPr>
              <a:t>ברגע שמאירים/מודעים עליהם הם מתכווצים</a:t>
            </a:r>
            <a:endParaRPr sz="3200">
              <a:solidFill>
                <a:schemeClr val="dk1"/>
              </a:solidFill>
              <a:latin typeface="Arial"/>
              <a:ea typeface="Arial"/>
              <a:cs typeface="Arial"/>
              <a:sym typeface="Arial"/>
            </a:endParaRPr>
          </a:p>
        </p:txBody>
      </p:sp>
      <p:sp>
        <p:nvSpPr>
          <p:cNvPr id="160" name="Google Shape;160;p28"/>
          <p:cNvSpPr txBox="1"/>
          <p:nvPr/>
        </p:nvSpPr>
        <p:spPr>
          <a:xfrm>
            <a:off x="5737433" y="3188945"/>
            <a:ext cx="22638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200">
                <a:solidFill>
                  <a:schemeClr val="dk1"/>
                </a:solidFill>
                <a:latin typeface="Arial"/>
                <a:ea typeface="Arial"/>
                <a:cs typeface="Arial"/>
                <a:sym typeface="Arial"/>
              </a:rPr>
              <a:t>זיהוי הגרמלין</a:t>
            </a:r>
            <a:endParaRPr sz="3200">
              <a:solidFill>
                <a:schemeClr val="dk1"/>
              </a:solidFill>
              <a:latin typeface="Arial"/>
              <a:ea typeface="Arial"/>
              <a:cs typeface="Arial"/>
              <a:sym typeface="Arial"/>
            </a:endParaRPr>
          </a:p>
        </p:txBody>
      </p:sp>
      <p:sp>
        <p:nvSpPr>
          <p:cNvPr id="161" name="Google Shape;161;p28"/>
          <p:cNvSpPr txBox="1"/>
          <p:nvPr/>
        </p:nvSpPr>
        <p:spPr>
          <a:xfrm>
            <a:off x="5329619" y="3309581"/>
            <a:ext cx="392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162" name="Google Shape;162;p28"/>
          <p:cNvSpPr txBox="1"/>
          <p:nvPr/>
        </p:nvSpPr>
        <p:spPr>
          <a:xfrm>
            <a:off x="2772156" y="3284957"/>
            <a:ext cx="2592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800">
                <a:solidFill>
                  <a:schemeClr val="dk1"/>
                </a:solidFill>
                <a:latin typeface="Arial"/>
                <a:ea typeface="Arial"/>
                <a:cs typeface="Arial"/>
                <a:sym typeface="Arial"/>
              </a:rPr>
              <a:t>פנס </a:t>
            </a:r>
            <a:r>
              <a:rPr lang="en" sz="3200">
                <a:solidFill>
                  <a:schemeClr val="dk1"/>
                </a:solidFill>
                <a:latin typeface="Arial"/>
                <a:ea typeface="Arial"/>
                <a:cs typeface="Arial"/>
                <a:sym typeface="Arial"/>
              </a:rPr>
              <a:t>אולטימטיבי</a:t>
            </a:r>
            <a:endParaRPr sz="2800">
              <a:solidFill>
                <a:schemeClr val="dk1"/>
              </a:solidFill>
              <a:latin typeface="Arial"/>
              <a:ea typeface="Arial"/>
              <a:cs typeface="Arial"/>
              <a:sym typeface="Arial"/>
            </a:endParaRPr>
          </a:p>
        </p:txBody>
      </p:sp>
      <p:grpSp>
        <p:nvGrpSpPr>
          <p:cNvPr id="163" name="Google Shape;163;p28"/>
          <p:cNvGrpSpPr/>
          <p:nvPr/>
        </p:nvGrpSpPr>
        <p:grpSpPr>
          <a:xfrm>
            <a:off x="8001153" y="1607960"/>
            <a:ext cx="864550" cy="2137900"/>
            <a:chOff x="8001153" y="1607960"/>
            <a:chExt cx="864550" cy="2137900"/>
          </a:xfrm>
        </p:grpSpPr>
        <p:pic>
          <p:nvPicPr>
            <p:cNvPr id="164" name="Google Shape;164;p28"/>
            <p:cNvPicPr preferRelativeResize="0"/>
            <p:nvPr/>
          </p:nvPicPr>
          <p:blipFill rotWithShape="1">
            <a:blip r:embed="rId5">
              <a:alphaModFix/>
            </a:blip>
            <a:srcRect b="22319" l="0" r="0" t="19771"/>
            <a:stretch/>
          </p:blipFill>
          <p:spPr>
            <a:xfrm rot="10546734">
              <a:off x="8017744" y="1637904"/>
              <a:ext cx="831367" cy="481463"/>
            </a:xfrm>
            <a:prstGeom prst="rect">
              <a:avLst/>
            </a:prstGeom>
            <a:noFill/>
            <a:ln>
              <a:noFill/>
            </a:ln>
          </p:spPr>
        </p:pic>
        <p:pic>
          <p:nvPicPr>
            <p:cNvPr id="165" name="Google Shape;165;p28"/>
            <p:cNvPicPr preferRelativeResize="0"/>
            <p:nvPr/>
          </p:nvPicPr>
          <p:blipFill rotWithShape="1">
            <a:blip r:embed="rId5">
              <a:alphaModFix/>
            </a:blip>
            <a:srcRect b="22319" l="0" r="0" t="19771"/>
            <a:stretch/>
          </p:blipFill>
          <p:spPr>
            <a:xfrm rot="10546734">
              <a:off x="8017744" y="3234454"/>
              <a:ext cx="831367" cy="481463"/>
            </a:xfrm>
            <a:prstGeom prst="rect">
              <a:avLst/>
            </a:prstGeom>
            <a:noFill/>
            <a:ln>
              <a:noFill/>
            </a:ln>
          </p:spPr>
        </p:pic>
        <p:pic>
          <p:nvPicPr>
            <p:cNvPr id="166" name="Google Shape;166;p28">
              <a:hlinkClick r:id="rId6"/>
            </p:cNvPr>
            <p:cNvPicPr preferRelativeResize="0"/>
            <p:nvPr/>
          </p:nvPicPr>
          <p:blipFill rotWithShape="1">
            <a:blip r:embed="rId5">
              <a:alphaModFix/>
            </a:blip>
            <a:srcRect b="22319" l="0" r="0" t="19771"/>
            <a:stretch/>
          </p:blipFill>
          <p:spPr>
            <a:xfrm rot="10546734">
              <a:off x="8017744" y="2436179"/>
              <a:ext cx="831367" cy="48146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תרגיל: זיהוי הגרמלין</a:t>
            </a:r>
            <a:endParaRPr/>
          </a:p>
        </p:txBody>
      </p:sp>
      <p:sp>
        <p:nvSpPr>
          <p:cNvPr id="172" name="Google Shape;172;p29"/>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381000" lvl="0" marL="457200" rtl="1" algn="r">
              <a:spcBef>
                <a:spcPts val="0"/>
              </a:spcBef>
              <a:spcAft>
                <a:spcPts val="0"/>
              </a:spcAft>
              <a:buSzPts val="2400"/>
              <a:buAutoNum type="arabicPeriod"/>
            </a:pPr>
            <a:r>
              <a:rPr lang="en" sz="2400"/>
              <a:t>מה הוא אומר?</a:t>
            </a:r>
            <a:endParaRPr sz="2400"/>
          </a:p>
          <a:p>
            <a:pPr indent="-381000" lvl="0" marL="457200" rtl="1" algn="r">
              <a:spcBef>
                <a:spcPts val="0"/>
              </a:spcBef>
              <a:spcAft>
                <a:spcPts val="0"/>
              </a:spcAft>
              <a:buSzPts val="2400"/>
              <a:buAutoNum type="arabicPeriod"/>
            </a:pPr>
            <a:r>
              <a:rPr lang="en" sz="2400"/>
              <a:t>מתי הוא מופיע?</a:t>
            </a:r>
            <a:endParaRPr sz="2400"/>
          </a:p>
          <a:p>
            <a:pPr indent="-381000" lvl="0" marL="457200" rtl="1" algn="r">
              <a:spcBef>
                <a:spcPts val="0"/>
              </a:spcBef>
              <a:spcAft>
                <a:spcPts val="0"/>
              </a:spcAft>
              <a:buSzPts val="2400"/>
              <a:buAutoNum type="arabicPeriod"/>
            </a:pPr>
            <a:r>
              <a:rPr lang="en" sz="2400"/>
              <a:t>איך הוא נראה? </a:t>
            </a:r>
            <a:endParaRPr sz="2400"/>
          </a:p>
          <a:p>
            <a:pPr indent="-381000" lvl="0" marL="457200" rtl="1" algn="r">
              <a:spcBef>
                <a:spcPts val="0"/>
              </a:spcBef>
              <a:spcAft>
                <a:spcPts val="0"/>
              </a:spcAft>
              <a:buSzPts val="2400"/>
              <a:buAutoNum type="arabicPeriod"/>
            </a:pPr>
            <a:r>
              <a:rPr lang="en" sz="2400"/>
              <a:t>את מי הוא מזכיר?</a:t>
            </a:r>
            <a:endParaRPr sz="2400"/>
          </a:p>
          <a:p>
            <a:pPr indent="-381000" lvl="0" marL="457200" rtl="1" algn="r">
              <a:spcBef>
                <a:spcPts val="0"/>
              </a:spcBef>
              <a:spcAft>
                <a:spcPts val="0"/>
              </a:spcAft>
              <a:buSzPts val="2400"/>
              <a:buAutoNum type="arabicPeriod"/>
            </a:pPr>
            <a:r>
              <a:rPr lang="en" sz="2400"/>
              <a:t>כמו מה הוא נשמע?</a:t>
            </a:r>
            <a:endParaRPr sz="2400"/>
          </a:p>
          <a:p>
            <a:pPr indent="-381000" lvl="0" marL="457200" rtl="1" algn="r">
              <a:spcBef>
                <a:spcPts val="0"/>
              </a:spcBef>
              <a:spcAft>
                <a:spcPts val="0"/>
              </a:spcAft>
              <a:buSzPts val="2400"/>
              <a:buAutoNum type="arabicPeriod"/>
            </a:pPr>
            <a:r>
              <a:rPr lang="en" sz="2400"/>
              <a:t>איך קוראים לו?  </a:t>
            </a:r>
            <a:endParaRPr sz="2400"/>
          </a:p>
          <a:p>
            <a:pPr indent="-381000" lvl="0" marL="457200" rtl="1" algn="r">
              <a:spcBef>
                <a:spcPts val="0"/>
              </a:spcBef>
              <a:spcAft>
                <a:spcPts val="0"/>
              </a:spcAft>
              <a:buSzPts val="2400"/>
              <a:buAutoNum type="arabicPeriod"/>
            </a:pPr>
            <a:r>
              <a:rPr lang="en" sz="2400"/>
              <a:t>מה המטרה שלו?</a:t>
            </a:r>
            <a:endParaRPr sz="2400"/>
          </a:p>
          <a:p>
            <a:pPr indent="-381000" lvl="0" marL="457200" rtl="1" algn="r">
              <a:spcBef>
                <a:spcPts val="0"/>
              </a:spcBef>
              <a:spcAft>
                <a:spcPts val="0"/>
              </a:spcAft>
              <a:buSzPts val="2400"/>
              <a:buAutoNum type="arabicPeriod"/>
            </a:pPr>
            <a:r>
              <a:rPr lang="en" sz="2400"/>
              <a:t>איך הוא גורם לי להרגיש?</a:t>
            </a:r>
            <a:endParaRPr sz="2400"/>
          </a:p>
          <a:p>
            <a:pPr indent="0" lvl="0" marL="457200" rtl="1" algn="r">
              <a:spcBef>
                <a:spcPts val="1200"/>
              </a:spcBef>
              <a:spcAft>
                <a:spcPts val="0"/>
              </a:spcAft>
              <a:buNone/>
            </a:pPr>
            <a:r>
              <a:t/>
            </a:r>
            <a:endParaRPr sz="2400"/>
          </a:p>
          <a:p>
            <a:pPr indent="0" lvl="0" marL="0" rtl="0" algn="l">
              <a:spcBef>
                <a:spcPts val="1200"/>
              </a:spcBef>
              <a:spcAft>
                <a:spcPts val="0"/>
              </a:spcAft>
              <a:buNone/>
            </a:pPr>
            <a:r>
              <a:t/>
            </a:r>
            <a:endParaRPr sz="2400"/>
          </a:p>
          <a:p>
            <a:pPr indent="0" lvl="0" marL="457200" rtl="0" algn="l">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1200"/>
              </a:spcAft>
              <a:buNone/>
            </a:pPr>
            <a:r>
              <a:rPr lang="en" sz="2400"/>
              <a:t>;;;;;;;;</a:t>
            </a:r>
            <a:endParaRPr sz="2400"/>
          </a:p>
        </p:txBody>
      </p:sp>
      <p:sp>
        <p:nvSpPr>
          <p:cNvPr id="173" name="Google Shape;173;p29"/>
          <p:cNvSpPr txBox="1"/>
          <p:nvPr>
            <p:ph idx="1" type="body"/>
          </p:nvPr>
        </p:nvSpPr>
        <p:spPr>
          <a:xfrm>
            <a:off x="0" y="2236275"/>
            <a:ext cx="4260300" cy="34164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sz="2400"/>
              <a:t>ואם נצליח ל'אלף' אותו….</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1200"/>
              </a:spcAft>
              <a:buNone/>
            </a:pPr>
            <a:r>
              <a:rPr lang="en" sz="2400"/>
              <a:t>;;;;;;;;</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81000" y="2286000"/>
            <a:ext cx="8229600" cy="857400"/>
          </a:xfrm>
          <a:prstGeom prst="rect">
            <a:avLst/>
          </a:prstGeom>
          <a:noFill/>
          <a:ln>
            <a:noFill/>
          </a:ln>
        </p:spPr>
        <p:txBody>
          <a:bodyPr anchorCtr="0" anchor="ctr" bIns="45700" lIns="91425" spcFirstLastPara="1" rIns="91425" wrap="square" tIns="45700">
            <a:normAutofit/>
          </a:bodyPr>
          <a:lstStyle/>
          <a:p>
            <a:pPr indent="0" lvl="0" marL="0" rtl="1" algn="ctr">
              <a:spcBef>
                <a:spcPts val="0"/>
              </a:spcBef>
              <a:spcAft>
                <a:spcPts val="0"/>
              </a:spcAft>
              <a:buNone/>
            </a:pPr>
            <a:r>
              <a:rPr lang="en"/>
              <a:t>כוונה חיובית לגרמלין</a:t>
            </a:r>
            <a:endParaRPr/>
          </a:p>
        </p:txBody>
      </p:sp>
      <p:pic>
        <p:nvPicPr>
          <p:cNvPr id="180" name="Google Shape;180;p30"/>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להיות בבחירה:</a:t>
            </a:r>
            <a:endParaRPr/>
          </a:p>
        </p:txBody>
      </p:sp>
      <p:sp>
        <p:nvSpPr>
          <p:cNvPr id="186" name="Google Shape;186;p31"/>
          <p:cNvSpPr txBox="1"/>
          <p:nvPr/>
        </p:nvSpPr>
        <p:spPr>
          <a:xfrm>
            <a:off x="1184154" y="1356850"/>
            <a:ext cx="69357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0">
                <a:solidFill>
                  <a:schemeClr val="dk2"/>
                </a:solidFill>
                <a:latin typeface="Comic Sans MS"/>
                <a:ea typeface="Comic Sans MS"/>
                <a:cs typeface="Comic Sans MS"/>
                <a:sym typeface="Comic Sans MS"/>
              </a:rPr>
              <a:t>Responsibility</a:t>
            </a:r>
            <a:endParaRPr b="1" sz="7000">
              <a:solidFill>
                <a:schemeClr val="dk2"/>
              </a:solidFill>
              <a:latin typeface="Comic Sans MS"/>
              <a:ea typeface="Comic Sans MS"/>
              <a:cs typeface="Comic Sans MS"/>
              <a:sym typeface="Comic Sans MS"/>
            </a:endParaRPr>
          </a:p>
        </p:txBody>
      </p:sp>
      <p:sp>
        <p:nvSpPr>
          <p:cNvPr id="187" name="Google Shape;187;p31"/>
          <p:cNvSpPr txBox="1"/>
          <p:nvPr/>
        </p:nvSpPr>
        <p:spPr>
          <a:xfrm>
            <a:off x="1765579" y="2788513"/>
            <a:ext cx="34962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response</a:t>
            </a:r>
            <a:endParaRPr b="1" i="1" sz="5300">
              <a:solidFill>
                <a:schemeClr val="dk2"/>
              </a:solidFill>
              <a:latin typeface="Comic Sans MS"/>
              <a:ea typeface="Comic Sans MS"/>
              <a:cs typeface="Comic Sans MS"/>
              <a:sym typeface="Comic Sans MS"/>
            </a:endParaRPr>
          </a:p>
        </p:txBody>
      </p:sp>
      <p:sp>
        <p:nvSpPr>
          <p:cNvPr id="188" name="Google Shape;188;p31"/>
          <p:cNvSpPr txBox="1"/>
          <p:nvPr/>
        </p:nvSpPr>
        <p:spPr>
          <a:xfrm>
            <a:off x="5057429" y="2788513"/>
            <a:ext cx="24810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ability</a:t>
            </a:r>
            <a:endParaRPr b="1" i="1" sz="5300">
              <a:solidFill>
                <a:schemeClr val="dk2"/>
              </a:solidFill>
              <a:latin typeface="Comic Sans MS"/>
              <a:ea typeface="Comic Sans MS"/>
              <a:cs typeface="Comic Sans MS"/>
              <a:sym typeface="Comic Sans MS"/>
            </a:endParaRPr>
          </a:p>
        </p:txBody>
      </p:sp>
      <p:sp>
        <p:nvSpPr>
          <p:cNvPr id="189" name="Google Shape;189;p31"/>
          <p:cNvSpPr txBox="1"/>
          <p:nvPr/>
        </p:nvSpPr>
        <p:spPr>
          <a:xfrm>
            <a:off x="4888986" y="4040875"/>
            <a:ext cx="34962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respond</a:t>
            </a:r>
            <a:endParaRPr b="1" i="1" sz="5300">
              <a:solidFill>
                <a:schemeClr val="dk2"/>
              </a:solidFill>
              <a:latin typeface="Comic Sans MS"/>
              <a:ea typeface="Comic Sans MS"/>
              <a:cs typeface="Comic Sans MS"/>
              <a:sym typeface="Comic Sans MS"/>
            </a:endParaRPr>
          </a:p>
        </p:txBody>
      </p:sp>
      <p:sp>
        <p:nvSpPr>
          <p:cNvPr id="190" name="Google Shape;190;p31"/>
          <p:cNvSpPr txBox="1"/>
          <p:nvPr/>
        </p:nvSpPr>
        <p:spPr>
          <a:xfrm>
            <a:off x="1460011" y="3958575"/>
            <a:ext cx="24810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ability</a:t>
            </a:r>
            <a:endParaRPr b="1" i="1" sz="5300">
              <a:solidFill>
                <a:schemeClr val="dk2"/>
              </a:solidFill>
              <a:latin typeface="Comic Sans MS"/>
              <a:ea typeface="Comic Sans MS"/>
              <a:cs typeface="Comic Sans MS"/>
              <a:sym typeface="Comic Sans MS"/>
            </a:endParaRPr>
          </a:p>
        </p:txBody>
      </p:sp>
      <p:sp>
        <p:nvSpPr>
          <p:cNvPr id="191" name="Google Shape;191;p31"/>
          <p:cNvSpPr txBox="1"/>
          <p:nvPr/>
        </p:nvSpPr>
        <p:spPr>
          <a:xfrm>
            <a:off x="4242811" y="4466850"/>
            <a:ext cx="39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to</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Questions - Free of Charge Creative Commons Handwriting image" id="196" name="Google Shape;196;p32"/>
          <p:cNvPicPr preferRelativeResize="0"/>
          <p:nvPr/>
        </p:nvPicPr>
        <p:blipFill>
          <a:blip r:embed="rId3">
            <a:alphaModFix/>
          </a:blip>
          <a:stretch>
            <a:fillRect/>
          </a:stretch>
        </p:blipFill>
        <p:spPr>
          <a:xfrm>
            <a:off x="0" y="0"/>
            <a:ext cx="8738025" cy="582534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244025" y="445025"/>
            <a:ext cx="53055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lang="en" sz="4220"/>
              <a:t>המלצות</a:t>
            </a:r>
            <a:endParaRPr sz="4220"/>
          </a:p>
        </p:txBody>
      </p:sp>
      <p:sp>
        <p:nvSpPr>
          <p:cNvPr id="202" name="Google Shape;202;p33"/>
          <p:cNvSpPr txBox="1"/>
          <p:nvPr>
            <p:ph idx="1" type="body"/>
          </p:nvPr>
        </p:nvSpPr>
        <p:spPr>
          <a:xfrm>
            <a:off x="-3" y="1152475"/>
            <a:ext cx="5454000" cy="3416400"/>
          </a:xfrm>
          <a:prstGeom prst="rect">
            <a:avLst/>
          </a:prstGeom>
        </p:spPr>
        <p:txBody>
          <a:bodyPr anchorCtr="0" anchor="t" bIns="91425" lIns="91425" spcFirstLastPara="1" rIns="91425" wrap="square" tIns="91425">
            <a:noAutofit/>
          </a:bodyPr>
          <a:lstStyle/>
          <a:p>
            <a:pPr indent="-406400" lvl="0" marL="457200" rtl="1" algn="r">
              <a:spcBef>
                <a:spcPts val="1200"/>
              </a:spcBef>
              <a:spcAft>
                <a:spcPts val="0"/>
              </a:spcAft>
              <a:buClr>
                <a:schemeClr val="dk1"/>
              </a:buClr>
              <a:buSzPts val="2800"/>
              <a:buAutoNum type="arabicPeriod"/>
            </a:pPr>
            <a:r>
              <a:rPr lang="en" sz="2800">
                <a:solidFill>
                  <a:schemeClr val="dk1"/>
                </a:solidFill>
              </a:rPr>
              <a:t>שאלות קצרות, פשוטות, פתוחות</a:t>
            </a:r>
            <a:endParaRPr sz="2800">
              <a:solidFill>
                <a:schemeClr val="dk1"/>
              </a:solidFill>
            </a:endParaRPr>
          </a:p>
          <a:p>
            <a:pPr indent="-406400" lvl="0" marL="457200" rtl="1" algn="r">
              <a:spcBef>
                <a:spcPts val="1200"/>
              </a:spcBef>
              <a:spcAft>
                <a:spcPts val="0"/>
              </a:spcAft>
              <a:buClr>
                <a:schemeClr val="dk1"/>
              </a:buClr>
              <a:buSzPts val="2800"/>
              <a:buAutoNum type="arabicPeriod"/>
            </a:pPr>
            <a:r>
              <a:rPr lang="en" sz="2800">
                <a:solidFill>
                  <a:schemeClr val="dk1"/>
                </a:solidFill>
              </a:rPr>
              <a:t>לשאול מתוך סקרנות אמיתית.</a:t>
            </a:r>
            <a:endParaRPr sz="2800">
              <a:solidFill>
                <a:schemeClr val="dk1"/>
              </a:solidFill>
            </a:endParaRPr>
          </a:p>
          <a:p>
            <a:pPr indent="-406400" lvl="0" marL="457200" rtl="1" algn="r">
              <a:spcBef>
                <a:spcPts val="1200"/>
              </a:spcBef>
              <a:spcAft>
                <a:spcPts val="0"/>
              </a:spcAft>
              <a:buClr>
                <a:schemeClr val="dk1"/>
              </a:buClr>
              <a:buSzPts val="2800"/>
              <a:buAutoNum type="arabicPeriod"/>
            </a:pPr>
            <a:r>
              <a:rPr lang="en" sz="2800">
                <a:solidFill>
                  <a:schemeClr val="dk1"/>
                </a:solidFill>
              </a:rPr>
              <a:t>לשאול מתוך ענווה</a:t>
            </a:r>
            <a:endParaRPr sz="2800">
              <a:solidFill>
                <a:schemeClr val="dk1"/>
              </a:solidFill>
            </a:endParaRPr>
          </a:p>
          <a:p>
            <a:pPr indent="-406400" lvl="0" marL="457200" rtl="1" algn="r">
              <a:spcBef>
                <a:spcPts val="1200"/>
              </a:spcBef>
              <a:spcAft>
                <a:spcPts val="0"/>
              </a:spcAft>
              <a:buClr>
                <a:schemeClr val="dk1"/>
              </a:buClr>
              <a:buSzPts val="2800"/>
              <a:buAutoNum type="arabicPeriod"/>
            </a:pPr>
            <a:r>
              <a:rPr lang="en" sz="2800">
                <a:solidFill>
                  <a:schemeClr val="dk1"/>
                </a:solidFill>
              </a:rPr>
              <a:t>לדייק במילים</a:t>
            </a:r>
            <a:endParaRPr sz="2800">
              <a:solidFill>
                <a:schemeClr val="dk1"/>
              </a:solidFill>
            </a:endParaRPr>
          </a:p>
          <a:p>
            <a:pPr indent="-406400" lvl="0" marL="457200" rtl="1" algn="r">
              <a:lnSpc>
                <a:spcPct val="115000"/>
              </a:lnSpc>
              <a:spcBef>
                <a:spcPts val="1200"/>
              </a:spcBef>
              <a:spcAft>
                <a:spcPts val="0"/>
              </a:spcAft>
              <a:buClr>
                <a:schemeClr val="dk1"/>
              </a:buClr>
              <a:buSzPts val="2800"/>
              <a:buAutoNum type="arabicPeriod"/>
            </a:pPr>
            <a:r>
              <a:rPr lang="en" sz="2800">
                <a:solidFill>
                  <a:schemeClr val="dk1"/>
                </a:solidFill>
              </a:rPr>
              <a:t>להתמקד בכאן, בעכשיו ובעתיד</a:t>
            </a:r>
            <a:endParaRPr sz="2800">
              <a:solidFill>
                <a:schemeClr val="dk1"/>
              </a:solidFill>
            </a:endParaRPr>
          </a:p>
          <a:p>
            <a:pPr indent="0" lvl="0" marL="0" rtl="0" algn="l">
              <a:spcBef>
                <a:spcPts val="0"/>
              </a:spcBef>
              <a:spcAft>
                <a:spcPts val="1200"/>
              </a:spcAft>
              <a:buNone/>
            </a:pPr>
            <a:r>
              <a:t/>
            </a:r>
            <a:endParaRPr sz="2800"/>
          </a:p>
        </p:txBody>
      </p:sp>
      <p:pic>
        <p:nvPicPr>
          <p:cNvPr id="203" name="Google Shape;203;p33"/>
          <p:cNvPicPr preferRelativeResize="0"/>
          <p:nvPr/>
        </p:nvPicPr>
        <p:blipFill>
          <a:blip r:embed="rId3">
            <a:alphaModFix/>
          </a:blip>
          <a:stretch>
            <a:fillRect/>
          </a:stretch>
        </p:blipFill>
        <p:spPr>
          <a:xfrm>
            <a:off x="5918100" y="152400"/>
            <a:ext cx="3073500" cy="4610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4"/>
          <p:cNvPicPr preferRelativeResize="0"/>
          <p:nvPr/>
        </p:nvPicPr>
        <p:blipFill>
          <a:blip r:embed="rId3">
            <a:alphaModFix/>
          </a:blip>
          <a:stretch>
            <a:fillRect/>
          </a:stretch>
        </p:blipFill>
        <p:spPr>
          <a:xfrm>
            <a:off x="5918100" y="152400"/>
            <a:ext cx="3073500" cy="4610250"/>
          </a:xfrm>
          <a:prstGeom prst="rect">
            <a:avLst/>
          </a:prstGeom>
          <a:noFill/>
          <a:ln>
            <a:noFill/>
          </a:ln>
        </p:spPr>
      </p:pic>
      <p:sp>
        <p:nvSpPr>
          <p:cNvPr id="209" name="Google Shape;209;p34"/>
          <p:cNvSpPr txBox="1"/>
          <p:nvPr/>
        </p:nvSpPr>
        <p:spPr>
          <a:xfrm>
            <a:off x="315600" y="3715950"/>
            <a:ext cx="6585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Dale Carnegie</a:t>
            </a:r>
            <a:endParaRPr sz="2800">
              <a:solidFill>
                <a:schemeClr val="dk1"/>
              </a:solidFill>
            </a:endParaRPr>
          </a:p>
          <a:p>
            <a:pPr indent="0" lvl="0" marL="0" rtl="0" algn="l">
              <a:spcBef>
                <a:spcPts val="0"/>
              </a:spcBef>
              <a:spcAft>
                <a:spcPts val="0"/>
              </a:spcAft>
              <a:buNone/>
            </a:pPr>
            <a:r>
              <a:rPr lang="en" sz="2800">
                <a:solidFill>
                  <a:schemeClr val="dk1"/>
                </a:solidFill>
              </a:rPr>
              <a:t>How to Win Friends &amp; Influence People</a:t>
            </a:r>
            <a:endParaRPr sz="1300"/>
          </a:p>
        </p:txBody>
      </p:sp>
      <p:sp>
        <p:nvSpPr>
          <p:cNvPr id="210" name="Google Shape;210;p34"/>
          <p:cNvSpPr txBox="1"/>
          <p:nvPr/>
        </p:nvSpPr>
        <p:spPr>
          <a:xfrm>
            <a:off x="315600" y="1669625"/>
            <a:ext cx="56025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dk1"/>
                </a:solidFill>
              </a:rPr>
              <a:t>“To be interesting, be interested”.</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5"/>
          <p:cNvPicPr preferRelativeResize="0"/>
          <p:nvPr/>
        </p:nvPicPr>
        <p:blipFill>
          <a:blip r:embed="rId3">
            <a:alphaModFix/>
          </a:blip>
          <a:stretch>
            <a:fillRect/>
          </a:stretch>
        </p:blipFill>
        <p:spPr>
          <a:xfrm>
            <a:off x="0" y="13668"/>
            <a:ext cx="9144000" cy="5143514"/>
          </a:xfrm>
          <a:prstGeom prst="rect">
            <a:avLst/>
          </a:prstGeom>
          <a:noFill/>
          <a:ln>
            <a:noFill/>
          </a:ln>
        </p:spPr>
      </p:pic>
      <p:sp>
        <p:nvSpPr>
          <p:cNvPr id="216" name="Google Shape;216;p35"/>
          <p:cNvSpPr txBox="1"/>
          <p:nvPr>
            <p:ph idx="1" type="body"/>
          </p:nvPr>
        </p:nvSpPr>
        <p:spPr>
          <a:xfrm>
            <a:off x="-3054099" y="13675"/>
            <a:ext cx="7104900" cy="1138500"/>
          </a:xfrm>
          <a:prstGeom prst="rect">
            <a:avLst/>
          </a:prstGeom>
          <a:noFill/>
          <a:ln>
            <a:noFill/>
          </a:ln>
        </p:spPr>
        <p:txBody>
          <a:bodyPr anchorCtr="0" anchor="t" bIns="45700" lIns="91425" spcFirstLastPara="1" rIns="91425" wrap="square" tIns="45700">
            <a:noAutofit/>
          </a:bodyPr>
          <a:lstStyle/>
          <a:p>
            <a:pPr indent="-431800" lvl="0" marL="457200" rtl="1" algn="r">
              <a:lnSpc>
                <a:spcPct val="87000"/>
              </a:lnSpc>
              <a:spcBef>
                <a:spcPts val="640"/>
              </a:spcBef>
              <a:spcAft>
                <a:spcPts val="0"/>
              </a:spcAft>
              <a:buSzPts val="2960"/>
              <a:buNone/>
            </a:pPr>
            <a:r>
              <a:rPr b="1" lang="en" sz="3300"/>
              <a:t>מי שצופים בו - צפוי.  </a:t>
            </a:r>
            <a:endParaRPr b="1" sz="3300"/>
          </a:p>
          <a:p>
            <a:pPr indent="-431800" lvl="0" marL="457200" rtl="1" algn="r">
              <a:lnSpc>
                <a:spcPct val="87000"/>
              </a:lnSpc>
              <a:spcBef>
                <a:spcPts val="640"/>
              </a:spcBef>
              <a:spcAft>
                <a:spcPts val="0"/>
              </a:spcAft>
              <a:buSzPts val="2960"/>
              <a:buNone/>
            </a:pPr>
            <a:r>
              <a:rPr b="1" lang="en" sz="3300"/>
              <a:t>ומי שרואים אותו - ראוי.</a:t>
            </a:r>
            <a:endParaRPr sz="3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311700" y="243475"/>
            <a:ext cx="4892700" cy="7743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ערכים</a:t>
            </a:r>
            <a:endParaRPr/>
          </a:p>
          <a:p>
            <a:pPr indent="0" lvl="0" marL="0" rtl="1" algn="r">
              <a:spcBef>
                <a:spcPts val="0"/>
              </a:spcBef>
              <a:spcAft>
                <a:spcPts val="0"/>
              </a:spcAft>
              <a:buNone/>
            </a:pPr>
            <a:r>
              <a:t/>
            </a:r>
            <a:endParaRPr/>
          </a:p>
        </p:txBody>
      </p:sp>
      <p:sp>
        <p:nvSpPr>
          <p:cNvPr id="222" name="Google Shape;222;p36"/>
          <p:cNvSpPr txBox="1"/>
          <p:nvPr>
            <p:ph idx="1" type="body"/>
          </p:nvPr>
        </p:nvSpPr>
        <p:spPr>
          <a:xfrm>
            <a:off x="311700" y="1152475"/>
            <a:ext cx="4892700" cy="3416400"/>
          </a:xfrm>
          <a:prstGeom prst="rect">
            <a:avLst/>
          </a:prstGeom>
        </p:spPr>
        <p:txBody>
          <a:bodyPr anchorCtr="0" anchor="t" bIns="91425" lIns="91425" spcFirstLastPara="1" rIns="91425" wrap="square" tIns="91425">
            <a:normAutofit lnSpcReduction="20000"/>
          </a:bodyPr>
          <a:lstStyle/>
          <a:p>
            <a:pPr indent="-406400" lvl="0" marL="457200" rtl="1" algn="r">
              <a:lnSpc>
                <a:spcPct val="100000"/>
              </a:lnSpc>
              <a:spcBef>
                <a:spcPts val="0"/>
              </a:spcBef>
              <a:spcAft>
                <a:spcPts val="0"/>
              </a:spcAft>
              <a:buClr>
                <a:schemeClr val="dk1"/>
              </a:buClr>
              <a:buSzPts val="2800"/>
              <a:buChar char="●"/>
            </a:pPr>
            <a:r>
              <a:rPr lang="en" sz="2800">
                <a:solidFill>
                  <a:schemeClr val="dk1"/>
                </a:solidFill>
              </a:rPr>
              <a:t>עקרונות שאנחנו מקנים להם ערך/חשיבות בחיים שלנו</a:t>
            </a:r>
            <a:endParaRPr sz="2800">
              <a:solidFill>
                <a:schemeClr val="dk1"/>
              </a:solidFill>
            </a:endParaRPr>
          </a:p>
          <a:p>
            <a:pPr indent="-406400" lvl="0" marL="457200" rtl="1" algn="r">
              <a:lnSpc>
                <a:spcPct val="100000"/>
              </a:lnSpc>
              <a:spcBef>
                <a:spcPts val="0"/>
              </a:spcBef>
              <a:spcAft>
                <a:spcPts val="0"/>
              </a:spcAft>
              <a:buClr>
                <a:schemeClr val="dk1"/>
              </a:buClr>
              <a:buSzPts val="2800"/>
              <a:buChar char="●"/>
            </a:pPr>
            <a:r>
              <a:rPr lang="en" sz="2800">
                <a:solidFill>
                  <a:schemeClr val="dk1"/>
                </a:solidFill>
              </a:rPr>
              <a:t>אנחנו לא בוחרים את הערכים שלנו באופן מודע הם טבועים בנו</a:t>
            </a:r>
            <a:endParaRPr sz="2800">
              <a:solidFill>
                <a:schemeClr val="dk1"/>
              </a:solidFill>
            </a:endParaRPr>
          </a:p>
          <a:p>
            <a:pPr indent="-406400" lvl="0" marL="457200" rtl="1" algn="r">
              <a:lnSpc>
                <a:spcPct val="100000"/>
              </a:lnSpc>
              <a:spcBef>
                <a:spcPts val="0"/>
              </a:spcBef>
              <a:spcAft>
                <a:spcPts val="0"/>
              </a:spcAft>
              <a:buClr>
                <a:schemeClr val="dk1"/>
              </a:buClr>
              <a:buSzPts val="2800"/>
              <a:buChar char="●"/>
            </a:pPr>
            <a:r>
              <a:rPr lang="en" sz="2800">
                <a:solidFill>
                  <a:schemeClr val="dk1"/>
                </a:solidFill>
              </a:rPr>
              <a:t>הערכים שלנו הם כל כך יחודיים לכל אחד מאיתנו שהם כמו טביעת אצבע</a:t>
            </a:r>
            <a:endParaRPr sz="2800">
              <a:solidFill>
                <a:schemeClr val="dk1"/>
              </a:solidFill>
            </a:endParaRPr>
          </a:p>
          <a:p>
            <a:pPr indent="0" lvl="0" marL="0" rtl="0" algn="l">
              <a:spcBef>
                <a:spcPts val="0"/>
              </a:spcBef>
              <a:spcAft>
                <a:spcPts val="1200"/>
              </a:spcAft>
              <a:buNone/>
            </a:pPr>
            <a:r>
              <a:t/>
            </a:r>
            <a:endParaRPr sz="2800"/>
          </a:p>
        </p:txBody>
      </p:sp>
      <p:pic>
        <p:nvPicPr>
          <p:cNvPr id="223" name="Google Shape;223;p36"/>
          <p:cNvPicPr preferRelativeResize="0"/>
          <p:nvPr/>
        </p:nvPicPr>
        <p:blipFill>
          <a:blip r:embed="rId3">
            <a:alphaModFix/>
          </a:blip>
          <a:stretch>
            <a:fillRect/>
          </a:stretch>
        </p:blipFill>
        <p:spPr>
          <a:xfrm>
            <a:off x="5677367" y="1"/>
            <a:ext cx="346663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