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h+7M/K6L6dkhHBFT3F30XqhkNQ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1588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iw-I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1588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  <p:sp>
        <p:nvSpPr>
          <p:cNvPr id="86" name="Google Shape;8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rt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rt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rt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8" name="Google Shape;18;p5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30" name="Google Shape;30;p7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6" name="Google Shape;36;p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4" name="Google Shape;44;p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5" name="Google Shape;45;p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rtl="1" algn="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46" name="Google Shape;46;p9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rtl="1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rtl="1" algn="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rtl="1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2" name="Google Shape;62;p12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rtl="1" algn="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rtl="1" algn="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rtl="1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rtl="1" algn="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69" name="Google Shape;69;p13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rtl="1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15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1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4"/>
          <p:cNvSpPr txBox="1"/>
          <p:nvPr>
            <p:ph idx="10" type="dt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"/>
          <p:cNvSpPr txBox="1"/>
          <p:nvPr>
            <p:ph type="ctrTitle"/>
          </p:nvPr>
        </p:nvSpPr>
        <p:spPr>
          <a:xfrm>
            <a:off x="3216718" y="80648"/>
            <a:ext cx="3207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w-IL" sz="3600"/>
              <a:t>גלגל המנטור</a:t>
            </a:r>
            <a:endParaRPr sz="3600"/>
          </a:p>
        </p:txBody>
      </p:sp>
      <p:sp>
        <p:nvSpPr>
          <p:cNvPr id="90" name="Google Shape;90;p3"/>
          <p:cNvSpPr/>
          <p:nvPr/>
        </p:nvSpPr>
        <p:spPr>
          <a:xfrm>
            <a:off x="0" y="4873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0" y="5668963"/>
            <a:ext cx="1841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br>
              <a:rPr b="0" i="0" lang="iw-IL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0" y="10715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2268538" y="1295400"/>
            <a:ext cx="5472112" cy="547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424113" y="1211263"/>
            <a:ext cx="5145087" cy="5143500"/>
          </a:xfrm>
          <a:prstGeom prst="ellipse">
            <a:avLst/>
          </a:prstGeom>
          <a:noFill/>
          <a:ln cap="rnd" cmpd="sng" w="9525">
            <a:solidFill>
              <a:schemeClr val="l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" name="Google Shape;95;p3"/>
          <p:cNvCxnSpPr>
            <a:stCxn id="96" idx="0"/>
            <a:endCxn id="96" idx="4"/>
          </p:cNvCxnSpPr>
          <p:nvPr/>
        </p:nvCxnSpPr>
        <p:spPr>
          <a:xfrm>
            <a:off x="4997451" y="925513"/>
            <a:ext cx="0" cy="5715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3"/>
          <p:cNvCxnSpPr>
            <a:stCxn id="96" idx="2"/>
            <a:endCxn id="96" idx="6"/>
          </p:cNvCxnSpPr>
          <p:nvPr/>
        </p:nvCxnSpPr>
        <p:spPr>
          <a:xfrm>
            <a:off x="2138363" y="3783013"/>
            <a:ext cx="571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3"/>
          <p:cNvCxnSpPr>
            <a:stCxn id="96" idx="1"/>
            <a:endCxn id="96" idx="5"/>
          </p:cNvCxnSpPr>
          <p:nvPr/>
        </p:nvCxnSpPr>
        <p:spPr>
          <a:xfrm>
            <a:off x="2975770" y="1762455"/>
            <a:ext cx="4043400" cy="404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3"/>
          <p:cNvCxnSpPr>
            <a:stCxn id="96" idx="3"/>
            <a:endCxn id="96" idx="7"/>
          </p:cNvCxnSpPr>
          <p:nvPr/>
        </p:nvCxnSpPr>
        <p:spPr>
          <a:xfrm flipH="1" rot="10800000">
            <a:off x="2975770" y="1762571"/>
            <a:ext cx="4043400" cy="404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3"/>
          <p:cNvSpPr/>
          <p:nvPr/>
        </p:nvSpPr>
        <p:spPr>
          <a:xfrm>
            <a:off x="2709863" y="1497013"/>
            <a:ext cx="4572000" cy="4570412"/>
          </a:xfrm>
          <a:prstGeom prst="ellipse">
            <a:avLst/>
          </a:prstGeom>
          <a:noFill/>
          <a:ln cap="rnd" cmpd="sng" w="9525">
            <a:solidFill>
              <a:schemeClr val="l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2138363" y="925513"/>
            <a:ext cx="5718175" cy="5715000"/>
          </a:xfrm>
          <a:prstGeom prst="ellipse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995613" y="1781175"/>
            <a:ext cx="4002087" cy="4002088"/>
          </a:xfrm>
          <a:prstGeom prst="ellipse">
            <a:avLst/>
          </a:prstGeom>
          <a:noFill/>
          <a:ln cap="rnd" cmpd="sng" w="9525">
            <a:solidFill>
              <a:schemeClr val="l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282950" y="2068513"/>
            <a:ext cx="3429000" cy="3429000"/>
          </a:xfrm>
          <a:prstGeom prst="ellipse">
            <a:avLst/>
          </a:prstGeom>
          <a:noFill/>
          <a:ln cap="rnd" cmpd="sng" w="9525">
            <a:solidFill>
              <a:schemeClr val="l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568700" y="2354263"/>
            <a:ext cx="2855913" cy="2855912"/>
          </a:xfrm>
          <a:prstGeom prst="ellipse">
            <a:avLst/>
          </a:prstGeom>
          <a:noFill/>
          <a:ln cap="rnd" cmpd="sng" w="9525">
            <a:solidFill>
              <a:schemeClr val="l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852863" y="2640013"/>
            <a:ext cx="2287587" cy="2286000"/>
          </a:xfrm>
          <a:prstGeom prst="ellipse">
            <a:avLst/>
          </a:prstGeom>
          <a:noFill/>
          <a:ln cap="rnd" cmpd="sng" w="9525">
            <a:solidFill>
              <a:schemeClr val="l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138613" y="2925763"/>
            <a:ext cx="1716087" cy="1714500"/>
          </a:xfrm>
          <a:prstGeom prst="ellipse">
            <a:avLst/>
          </a:prstGeom>
          <a:noFill/>
          <a:ln cap="rnd" cmpd="sng" w="9525">
            <a:solidFill>
              <a:schemeClr val="l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425950" y="3211513"/>
            <a:ext cx="1143000" cy="1143000"/>
          </a:xfrm>
          <a:prstGeom prst="ellipse">
            <a:avLst/>
          </a:prstGeom>
          <a:noFill/>
          <a:ln cap="rnd" cmpd="sng" w="9525">
            <a:solidFill>
              <a:schemeClr val="l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710113" y="3497263"/>
            <a:ext cx="574675" cy="571500"/>
          </a:xfrm>
          <a:prstGeom prst="ellipse">
            <a:avLst/>
          </a:prstGeom>
          <a:noFill/>
          <a:ln cap="rnd" cmpd="sng" w="9525">
            <a:solidFill>
              <a:schemeClr val="l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5661537" y="709196"/>
            <a:ext cx="2287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מעבר מתפקיד מנהל למנהל-מנטור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804777" y="2230101"/>
            <a:ext cx="14523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הביטחון העצמי שלי כמנטור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7619767" y="4926387"/>
            <a:ext cx="9461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הקשבה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7537217" y="2476874"/>
            <a:ext cx="1111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ראפור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1811174" y="6285697"/>
            <a:ext cx="1922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ליווי ניהול מבוסס יעדים ו Outcome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993776" y="4699375"/>
            <a:ext cx="1452375" cy="815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iw-IL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מודעות למרחב הצמידה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6057959" y="6235774"/>
            <a:ext cx="1087438" cy="52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iw-IL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שאילת שאלות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9775" y="55500"/>
            <a:ext cx="1324225" cy="1051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72514" y="6235776"/>
            <a:ext cx="345611" cy="52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7125" y="6311175"/>
            <a:ext cx="780826" cy="5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2009-09-07T18:58:26Z</dcterms:created>
  <dc:creator>Leora Spitz</dc:creator>
</cp:coreProperties>
</file>