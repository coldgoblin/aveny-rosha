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f84959a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f84959a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f84959a8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f84959a8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f84959a85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f84959a85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f84959a8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f84959a8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f84959a8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f84959a8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f84959a85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f84959a85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f84959a8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f84959a8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f84959a8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f84959a8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f84959a8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f84959a8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f84959a85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f84959a85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148" y="193125"/>
            <a:ext cx="3468300" cy="26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259350" y="2956775"/>
            <a:ext cx="8625300" cy="131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4A326D"/>
                </a:solidFill>
              </a:rPr>
              <a:t>מודל השינוי של קוטר</a:t>
            </a:r>
            <a:endParaRPr sz="106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460" y="4474674"/>
            <a:ext cx="702540" cy="66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474676"/>
            <a:ext cx="879625" cy="6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1 - </a:t>
            </a:r>
            <a:r>
              <a:rPr lang="en" sz="2200"/>
              <a:t>המודל של קוטר</a:t>
            </a:r>
            <a:endParaRPr sz="22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גלית, נסרין, זהבית, מלחם.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מודל מובנה מבוסס עם ידע המחזק את הבטחון העצמי של המנטי.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מודל מאד ברור עם המשגה מקצועית.יעזור בהצלחה שלנו כמנטורים לזהות את הצורך של המנטי, במיוחד עם התנגדויות.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עוזר לי כמנטור להאיר את ההצלחות הקטנות של המנטי ולעזור למנטי לא להישאב לחוסר ההצלחה, מקום שלעיתים קל להיות בו.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אישור המודל לכך שהשינוי הוא תהליך ארוך.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כל שלב מלווה בשאילת שאלות, כלי שלמדנו במהלך הלמידה.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הכלי עוזר לבדוק כל שלב לפני שעוברים לשלב הבא.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כל שלב נראה ברור לנו כמנהלים, אך למנהלים צעירים אלה הם שלבים מאד משמעותיים בניהול.</a:t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2 - המודל של קוטר</a:t>
            </a:r>
            <a:endParaRPr sz="22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 רעות, חגית, סוזן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בעזרת המודל אפשר לחדד עם המנטי מה המטרה.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עוזר למנטי להיות במודעות עצמית לבחון ב"מבט על" אתגרים, חסמים, וחוזקות. </a:t>
            </a:r>
            <a:r>
              <a:rPr lang="en" sz="1600">
                <a:solidFill>
                  <a:schemeClr val="dk1"/>
                </a:solidFill>
              </a:rPr>
              <a:t>מחזיר את המנטי לבחון את הנתונים שלו ולפעול על פי יעד מדיד (smart)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-</a:t>
            </a:r>
            <a:r>
              <a:rPr lang="en" sz="1600">
                <a:solidFill>
                  <a:schemeClr val="dk1"/>
                </a:solidFill>
              </a:rPr>
              <a:t>כמנטור, מאפשר לנו לזהות תוך כדי שיח נקודות עיוורון, חסמים ובעיקר חוזקות אישיות וארגוניות.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מאפשר תהליך הדרגתי, ולא "להסתער" על הכל בבת אחת.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להיות גם בהצלחות- מחזק את הקשר בין המנטור למנטי, וגם את הקשר בין המנטי לצוות.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3 - המודל של קוטר</a:t>
            </a:r>
            <a:endParaRPr sz="22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 ימימה לימור מירי ואורית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מאפשר לי לעבוד עם המנטי בצורה ברורה ומסודרת להובלת שינוי בתוך בית הספר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בונה תהליך משותף עם המנטי ובתוך התהליך יש לנו שלבים ברורים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כל שלב יכול לסייע לי כמנטור להכיר את המנטי ולברר איתו את נקודות מרכזיות בעבודתו- חזון, היכרות עם הצוות ואירגונו, התקדמות , הטמעת שינוי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הבסיס של המודל זה הבנת הצורך בשינוי (הבנת הצורך לא רק אצל המנהל , גם בקרב הצוות)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נותן לנו שאלות מכוונות (נקודה שעולה הרבה בקורס ומקדמת)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מחזק תחושת הצלחה בקרב המנטי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התמקצעות מביאה לבטחון בתהליך. </a:t>
            </a:r>
            <a:br>
              <a:rPr lang="en" sz="1600"/>
            </a:br>
            <a:r>
              <a:rPr lang="en" sz="1600"/>
              <a:t>שיח על שנוי מאפשר למנטי לדבר את החוזקות והחסמים בלי לפחד לחשוף את עצמו</a:t>
            </a:r>
            <a:endParaRPr sz="16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4 - המודל של קוטר</a:t>
            </a:r>
            <a:endParaRPr sz="2200"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  יסמין, ליזי , דנה ומוסה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עבודה באמצעות שלבים שמייצרים סדר ומסגרת.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מאפשר לבנות תהליך שינוי ברור, מסודר וממוקד.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מחזק היכולת שלנו כמנטורים לכוון (או לסמן) לתוצאות מוחשיות.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הכלי עוזר לנו לאבחן /למפות את החוזקות והאתגרים של המנטי (מאפשר להצביע על דרך עבודתו, החולשות ונקודות החוזקה).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כמנטור זה נותן לי כלי להוביל שינוי בשיטתיות , בהתעמקות ומאפשר לי לסייע למנטי להסיר חסמים בכל התחומים של עבודתו או בתחום שהוא רוצה לראות בו שינוי.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5 - המודל של קוטר</a:t>
            </a:r>
            <a:endParaRPr sz="2200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 עינב בעהם , סלאח אלאסד , זוהיר זידן, אורית לנדאו 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dk1"/>
                </a:solidFill>
                <a:highlight>
                  <a:schemeClr val="accent6"/>
                </a:highlight>
              </a:rPr>
              <a:t>באיזה אופן המודל של קוטר יכול לקדם אותי כמנטור?</a:t>
            </a:r>
            <a:endParaRPr sz="1600" u="sng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המודל בעל </a:t>
            </a: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שלבים ברורים</a:t>
            </a:r>
            <a:r>
              <a:rPr lang="en" sz="1600">
                <a:solidFill>
                  <a:schemeClr val="dk1"/>
                </a:solidFill>
              </a:rPr>
              <a:t>  כך שניתנים לשינוי מול המנטי גם בפגישות וגם בכל תחומי החיים בבית הספר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השלבים מקצים תחנות דרך כך שניתן לבדוק בכל זמן באיזה שלב אתה נמצא וניתן </a:t>
            </a: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לחזור אחורנית ולשנות לתקן </a:t>
            </a:r>
            <a:endParaRPr sz="1600">
              <a:solidFill>
                <a:schemeClr val="dk1"/>
              </a:solidFill>
              <a:highlight>
                <a:srgbClr val="FF9900"/>
              </a:highlight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ההבחנה  שחברי הצוות של השינוי </a:t>
            </a: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לא חייב להיות צוות הנהלה אלא צוות שיכול להוביל גם פוליטית</a:t>
            </a:r>
            <a:r>
              <a:rPr lang="en" sz="1600">
                <a:solidFill>
                  <a:schemeClr val="dk1"/>
                </a:solidFill>
              </a:rPr>
              <a:t> ולא רק מקצועית.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מהדהד למנטור את תהליך השינוי</a:t>
            </a:r>
            <a:r>
              <a:rPr lang="en" sz="1600">
                <a:solidFill>
                  <a:schemeClr val="dk1"/>
                </a:solidFill>
              </a:rPr>
              <a:t> שהוא רוצה לעשות עם המנטי ומוביל אותו לתהליך מסודר.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 הנושא </a:t>
            </a: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שהתחדד זה ליצור דחיפות לשינוי</a:t>
            </a:r>
            <a:r>
              <a:rPr lang="en" sz="1600">
                <a:solidFill>
                  <a:schemeClr val="dk1"/>
                </a:solidFill>
              </a:rPr>
              <a:t> ולא רק הסבר על רצון לשינוי כמנהל - מנטי חדש בארגון 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שלבים  7+8 הם שלבים  משמעותיים היות </a:t>
            </a:r>
            <a:r>
              <a:rPr lang="en" sz="1600">
                <a:solidFill>
                  <a:schemeClr val="dk1"/>
                </a:solidFill>
                <a:highlight>
                  <a:schemeClr val="accent4"/>
                </a:highlight>
              </a:rPr>
              <a:t>וההמשכיות והטמעה של השינוי חייב להיות כתהליך</a:t>
            </a:r>
            <a:r>
              <a:rPr lang="en" sz="1600">
                <a:solidFill>
                  <a:schemeClr val="dk1"/>
                </a:solidFill>
              </a:rPr>
              <a:t> , ניתן להוסיף גם תהליך של</a:t>
            </a: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 רפלקציה</a:t>
            </a:r>
            <a:r>
              <a:rPr lang="en" sz="1600">
                <a:solidFill>
                  <a:schemeClr val="dk1"/>
                </a:solidFill>
              </a:rPr>
              <a:t> מה עבד טוב ומה לא עבד טוב 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נשאלת שאלה </a:t>
            </a:r>
            <a:r>
              <a:rPr lang="en" sz="1600">
                <a:solidFill>
                  <a:schemeClr val="dk1"/>
                </a:solidFill>
                <a:highlight>
                  <a:srgbClr val="FF9900"/>
                </a:highlight>
              </a:rPr>
              <a:t>האם השינוי בא מהשטח או אני כמנהלת רוצה להכניס</a:t>
            </a:r>
            <a:r>
              <a:rPr lang="en" sz="1600">
                <a:solidFill>
                  <a:schemeClr val="dk1"/>
                </a:solidFill>
              </a:rPr>
              <a:t> לארגון בו אני נמצאת ? 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6 - המודל של קוטר</a:t>
            </a:r>
            <a:endParaRPr sz="2200"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0" y="35610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בלה, רימונה, פופה מור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יוצר סדר וארגון פרקטי לשינוי שהוא מופשט.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מפנה אותנו להתבוננות פנימית וחיצונית.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מתייחס לאתגרים, שם אותם על השולחן.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בניית קואליציה-  צוות מופ- מתגמלת כראוי, מאתרת באופן מיטבי. אני פונה אליהם באופן אישי. גיוס האנשים.כם ביצירת החזיון.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מנהל חדש יוצא לדרך עם השותפים הקיימים, בעלי התפקידים הקיימים. חייב לגייס את הצוות.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יש לעיתים עובדים שמחכים למנהל חדש בשביל להציע יוזמות ולהצטרף לצוות שינוי שכזה.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להשתמש בכלי מיפוי צוות- עד כמה אני אוהב לעבוד איתו? עד כמה הוא מקצועי? עד כמה העובד רוצה ומעוניין בשינוי?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מודלינג- שיתוף בהצלחות יכול לקדם ולהדהד את השינוי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האתגר הוא בשלב של הטמעת השינוי.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7 - המודל של קוטר</a:t>
            </a:r>
            <a:endParaRPr sz="2200"/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 סחר בדראן / נווה /שדא/כוכי 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המודל ע"פ שלביו בהיר וברור ויעזור לנו כמנטורים לסייע למנטי שלנו לתחושת הדחיפות והצורך שנוכל לחלץ ממנו בתוך התהליך 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השלבים של המודל מאפשרים בקלות למנטור להפנות שאלות מתאימות להתקדמות בתהליך השינוי 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הכלי יעזור לי כמנטור לשאול שאלות מתאימות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- המודל מאפשר למנטי לערוך בקרה ומדידה  אחרי כל שלב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המודל יאפשר למנטי לעבור התבוננות ובקרה עצמית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המודל מאפשר איתור אפשרויות לפעולה 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כמנטור עוזרים למנטי  לעבור את השלבים ויוצרים תחושת מסוגלות 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t/>
            </a:r>
            <a:endParaRPr sz="1600"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8 - המודל של קוטר</a:t>
            </a:r>
            <a:endParaRPr sz="2200"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206700" y="5565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רנא, רונית, נדב, יאיר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כמנטור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סדר בתהליך העבודה שלי כמנטור עם המנטי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אני כמנטור שואל את השאלות המתאימות והרלוונטיות לכל תהליך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מודל דומה מהעולם העסקי: בחירת האיש שמכניס אנרגיה אחרת 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האיחור בהצגת המודל, אני כמנטור משתף את המנטי במודל עצמו 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יצירת הקואלציה-בחירת האנשים- לזהות ולעשות הת</a:t>
            </a:r>
            <a:r>
              <a:rPr lang="en" sz="1600">
                <a:solidFill>
                  <a:schemeClr val="dk1"/>
                </a:solidFill>
              </a:rPr>
              <a:t>אמות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9 - המודל של קוטר</a:t>
            </a:r>
            <a:endParaRPr sz="2200"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אבנר סמדר מימי גוהרה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יכול לתת לי תשתית ופלטפורמה להרחיב את המרחב והראיה שלי מול המנטי שלי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כהתנסות שלי כמנהלת במודל קוטר יכולה לתת לך את עוגנים לתוך המפגש עם המנטי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פחות מתחברת </a:t>
            </a:r>
            <a:r>
              <a:rPr lang="en" sz="1600"/>
              <a:t>למודלים</a:t>
            </a:r>
            <a:r>
              <a:rPr lang="en" sz="1600"/>
              <a:t> יכול </a:t>
            </a:r>
            <a:r>
              <a:rPr lang="en" sz="1600"/>
              <a:t>לכבה</a:t>
            </a:r>
            <a:r>
              <a:rPr lang="en" sz="1600"/>
              <a:t> את המנטור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המודל הוא התשתית לא המהות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אני משתמש במודלים ככלי עזר מאפשר לי לבוא </a:t>
            </a:r>
            <a:r>
              <a:rPr lang="en" sz="1600"/>
              <a:t>בביטחון</a:t>
            </a:r>
            <a:r>
              <a:rPr lang="en" sz="1600"/>
              <a:t> אני מרגיש ככלי עזר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מראה או פרספקטיבה ונותן לי נקודות למחשבה עם הטייה </a:t>
            </a:r>
            <a:r>
              <a:rPr lang="en" sz="1600"/>
              <a:t>שמאלה</a:t>
            </a:r>
            <a:r>
              <a:rPr lang="en" sz="1600"/>
              <a:t> ימינה  </a:t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0"/>
            <a:ext cx="8520600" cy="3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קבוצה 10 - המודל של קוטר</a:t>
            </a:r>
            <a:endParaRPr sz="2200"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206850" y="546250"/>
            <a:ext cx="8625600" cy="43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שמות חברי הקבוצה: ג'ורג', פאיק, אורית ויוני - שולטטטטייייים!!!!</a:t>
            </a:r>
            <a:endParaRPr sz="16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באיזה אופן המודל של קוטר יכול לקדם אותי כמנטור?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עוזר ליצור סדר פעולות - נותן לנו המנטורים כלים לעבודה.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מגייס את המנטי לחשיבה ותכנון ולא לקפוץ ישר לפעולה.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למנהלים חדשים יש להשתמש בכלי בשלבים לפי קצב ההתפתחות של המנהל.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בונה שפה בינינו לבין המנטי. 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לחוות את השלבים במערכת היחסים בין המנטור למנטי.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חשיבה על המועד הנכון לפתיחת העיסוק עם המודל בהתאם לשלב ההתפתחות של המנהל.</a:t>
            </a:r>
            <a:endParaRPr sz="1600"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861"/>
            <a:ext cx="722527" cy="56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524" y="-16150"/>
            <a:ext cx="590752" cy="56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