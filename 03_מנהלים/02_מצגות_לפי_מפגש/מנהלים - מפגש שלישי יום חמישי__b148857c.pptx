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256" r:id="rId5"/>
    <p:sldId id="257" r:id="rId6"/>
    <p:sldId id="286" r:id="rId7"/>
    <p:sldId id="305" r:id="rId8"/>
    <p:sldId id="288" r:id="rId9"/>
    <p:sldId id="297" r:id="rId10"/>
    <p:sldId id="299" r:id="rId11"/>
    <p:sldId id="302" r:id="rId12"/>
    <p:sldId id="300" r:id="rId13"/>
    <p:sldId id="303" r:id="rId14"/>
    <p:sldId id="301" r:id="rId15"/>
    <p:sldId id="304" r:id="rId16"/>
    <p:sldId id="289" r:id="rId17"/>
    <p:sldId id="290" r:id="rId18"/>
    <p:sldId id="291" r:id="rId19"/>
    <p:sldId id="292" r:id="rId20"/>
    <p:sldId id="295" r:id="rId21"/>
    <p:sldId id="294" r:id="rId22"/>
    <p:sldId id="298" r:id="rId23"/>
    <p:sldId id="29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DBD5E8-D12F-4E09-83A1-C7D73FB5864D}" v="5" dt="2025-10-28T10:53:00.834"/>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646" autoAdjust="0"/>
  </p:normalViewPr>
  <p:slideViewPr>
    <p:cSldViewPr snapToGrid="0">
      <p:cViewPr varScale="1">
        <p:scale>
          <a:sx n="70" d="100"/>
          <a:sy n="70" d="100"/>
        </p:scale>
        <p:origin x="536" y="72"/>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lomit Kislev" userId="05a9bd42-b4d5-4124-a8bf-2d48ba8d12fb" providerId="ADAL" clId="{45CAF123-B881-4187-893E-7ABE6146B576}"/>
    <pc:docChg chg="undo custSel addSld modSld sldOrd">
      <pc:chgData name="Shlomit Kislev" userId="05a9bd42-b4d5-4124-a8bf-2d48ba8d12fb" providerId="ADAL" clId="{45CAF123-B881-4187-893E-7ABE6146B576}" dt="2025-10-30T06:47:37.004" v="151" actId="20577"/>
      <pc:docMkLst>
        <pc:docMk/>
      </pc:docMkLst>
      <pc:sldChg chg="modSp mod">
        <pc:chgData name="Shlomit Kislev" userId="05a9bd42-b4d5-4124-a8bf-2d48ba8d12fb" providerId="ADAL" clId="{45CAF123-B881-4187-893E-7ABE6146B576}" dt="2025-10-30T06:47:37.004" v="151" actId="20577"/>
        <pc:sldMkLst>
          <pc:docMk/>
          <pc:sldMk cId="2259308896" sldId="256"/>
        </pc:sldMkLst>
        <pc:spChg chg="mod">
          <ac:chgData name="Shlomit Kislev" userId="05a9bd42-b4d5-4124-a8bf-2d48ba8d12fb" providerId="ADAL" clId="{45CAF123-B881-4187-893E-7ABE6146B576}" dt="2025-10-30T06:47:37.004" v="151" actId="20577"/>
          <ac:spMkLst>
            <pc:docMk/>
            <pc:sldMk cId="2259308896" sldId="256"/>
            <ac:spMk id="2" creationId="{51DF3D98-3C30-4CFC-8643-C81E829C8C25}"/>
          </ac:spMkLst>
        </pc:spChg>
      </pc:sldChg>
      <pc:sldChg chg="modSp mod ord">
        <pc:chgData name="Shlomit Kislev" userId="05a9bd42-b4d5-4124-a8bf-2d48ba8d12fb" providerId="ADAL" clId="{45CAF123-B881-4187-893E-7ABE6146B576}" dt="2025-10-28T10:42:41.384" v="41"/>
        <pc:sldMkLst>
          <pc:docMk/>
          <pc:sldMk cId="4117153350" sldId="297"/>
        </pc:sldMkLst>
        <pc:spChg chg="mod">
          <ac:chgData name="Shlomit Kislev" userId="05a9bd42-b4d5-4124-a8bf-2d48ba8d12fb" providerId="ADAL" clId="{45CAF123-B881-4187-893E-7ABE6146B576}" dt="2025-10-28T10:41:20.033" v="26" actId="1076"/>
          <ac:spMkLst>
            <pc:docMk/>
            <pc:sldMk cId="4117153350" sldId="297"/>
            <ac:spMk id="2" creationId="{12EAA093-E00B-31E9-0A13-71142E30E57C}"/>
          </ac:spMkLst>
        </pc:spChg>
        <pc:spChg chg="mod">
          <ac:chgData name="Shlomit Kislev" userId="05a9bd42-b4d5-4124-a8bf-2d48ba8d12fb" providerId="ADAL" clId="{45CAF123-B881-4187-893E-7ABE6146B576}" dt="2025-10-28T10:42:35.901" v="39" actId="6549"/>
          <ac:spMkLst>
            <pc:docMk/>
            <pc:sldMk cId="4117153350" sldId="297"/>
            <ac:spMk id="3" creationId="{C62C8177-F0B6-B02C-3682-183D8307E999}"/>
          </ac:spMkLst>
        </pc:spChg>
      </pc:sldChg>
      <pc:sldChg chg="addSp delSp mod">
        <pc:chgData name="Shlomit Kislev" userId="05a9bd42-b4d5-4124-a8bf-2d48ba8d12fb" providerId="ADAL" clId="{45CAF123-B881-4187-893E-7ABE6146B576}" dt="2025-10-28T10:46:15.614" v="90" actId="22"/>
        <pc:sldMkLst>
          <pc:docMk/>
          <pc:sldMk cId="2539860506" sldId="301"/>
        </pc:sldMkLst>
      </pc:sldChg>
      <pc:sldChg chg="modSp add mod ord">
        <pc:chgData name="Shlomit Kislev" userId="05a9bd42-b4d5-4124-a8bf-2d48ba8d12fb" providerId="ADAL" clId="{45CAF123-B881-4187-893E-7ABE6146B576}" dt="2025-10-28T10:44:17.816" v="76" actId="20577"/>
        <pc:sldMkLst>
          <pc:docMk/>
          <pc:sldMk cId="4074592251" sldId="302"/>
        </pc:sldMkLst>
        <pc:spChg chg="mod">
          <ac:chgData name="Shlomit Kislev" userId="05a9bd42-b4d5-4124-a8bf-2d48ba8d12fb" providerId="ADAL" clId="{45CAF123-B881-4187-893E-7ABE6146B576}" dt="2025-10-28T10:43:07.246" v="49" actId="20577"/>
          <ac:spMkLst>
            <pc:docMk/>
            <pc:sldMk cId="4074592251" sldId="302"/>
            <ac:spMk id="2" creationId="{904FE55E-76D2-4F8D-E12B-4E4D79EBE4BF}"/>
          </ac:spMkLst>
        </pc:spChg>
        <pc:spChg chg="mod">
          <ac:chgData name="Shlomit Kislev" userId="05a9bd42-b4d5-4124-a8bf-2d48ba8d12fb" providerId="ADAL" clId="{45CAF123-B881-4187-893E-7ABE6146B576}" dt="2025-10-28T10:44:17.816" v="76" actId="20577"/>
          <ac:spMkLst>
            <pc:docMk/>
            <pc:sldMk cId="4074592251" sldId="302"/>
            <ac:spMk id="3" creationId="{AA12955A-7848-0812-1DEF-1BC5BFE39491}"/>
          </ac:spMkLst>
        </pc:spChg>
      </pc:sldChg>
      <pc:sldChg chg="modSp add mod ord">
        <pc:chgData name="Shlomit Kislev" userId="05a9bd42-b4d5-4124-a8bf-2d48ba8d12fb" providerId="ADAL" clId="{45CAF123-B881-4187-893E-7ABE6146B576}" dt="2025-10-28T10:45:09.301" v="88"/>
        <pc:sldMkLst>
          <pc:docMk/>
          <pc:sldMk cId="2238882881" sldId="303"/>
        </pc:sldMkLst>
        <pc:spChg chg="mod">
          <ac:chgData name="Shlomit Kislev" userId="05a9bd42-b4d5-4124-a8bf-2d48ba8d12fb" providerId="ADAL" clId="{45CAF123-B881-4187-893E-7ABE6146B576}" dt="2025-10-28T10:44:37.767" v="87" actId="20577"/>
          <ac:spMkLst>
            <pc:docMk/>
            <pc:sldMk cId="2238882881" sldId="303"/>
            <ac:spMk id="2" creationId="{B620BF02-29E5-E106-ADFB-0B25A2346DE7}"/>
          </ac:spMkLst>
        </pc:spChg>
        <pc:spChg chg="mod">
          <ac:chgData name="Shlomit Kislev" userId="05a9bd42-b4d5-4124-a8bf-2d48ba8d12fb" providerId="ADAL" clId="{45CAF123-B881-4187-893E-7ABE6146B576}" dt="2025-10-28T10:45:09.301" v="88"/>
          <ac:spMkLst>
            <pc:docMk/>
            <pc:sldMk cId="2238882881" sldId="303"/>
            <ac:spMk id="3" creationId="{A89B4D18-B626-8A7F-CB86-03B4AA24717F}"/>
          </ac:spMkLst>
        </pc:spChg>
      </pc:sldChg>
      <pc:sldChg chg="modSp add mod ord">
        <pc:chgData name="Shlomit Kislev" userId="05a9bd42-b4d5-4124-a8bf-2d48ba8d12fb" providerId="ADAL" clId="{45CAF123-B881-4187-893E-7ABE6146B576}" dt="2025-10-28T10:53:42.634" v="150" actId="14100"/>
        <pc:sldMkLst>
          <pc:docMk/>
          <pc:sldMk cId="433924296" sldId="304"/>
        </pc:sldMkLst>
        <pc:spChg chg="mod">
          <ac:chgData name="Shlomit Kislev" userId="05a9bd42-b4d5-4124-a8bf-2d48ba8d12fb" providerId="ADAL" clId="{45CAF123-B881-4187-893E-7ABE6146B576}" dt="2025-10-28T10:53:35.632" v="149" actId="1076"/>
          <ac:spMkLst>
            <pc:docMk/>
            <pc:sldMk cId="433924296" sldId="304"/>
            <ac:spMk id="2" creationId="{541F479A-2BBD-AD1A-E449-D1A4ECA6A4EA}"/>
          </ac:spMkLst>
        </pc:spChg>
        <pc:spChg chg="mod">
          <ac:chgData name="Shlomit Kislev" userId="05a9bd42-b4d5-4124-a8bf-2d48ba8d12fb" providerId="ADAL" clId="{45CAF123-B881-4187-893E-7ABE6146B576}" dt="2025-10-28T10:53:42.634" v="150" actId="14100"/>
          <ac:spMkLst>
            <pc:docMk/>
            <pc:sldMk cId="433924296" sldId="304"/>
            <ac:spMk id="3" creationId="{D6577A5A-50D6-CBBD-6312-4A8DB89D932E}"/>
          </ac:spMkLst>
        </pc:spChg>
      </pc:sldChg>
      <pc:sldChg chg="addSp delSp modSp add mod ord modClrScheme chgLayout">
        <pc:chgData name="Shlomit Kislev" userId="05a9bd42-b4d5-4124-a8bf-2d48ba8d12fb" providerId="ADAL" clId="{45CAF123-B881-4187-893E-7ABE6146B576}" dt="2025-10-28T10:50:41.727" v="131" actId="1076"/>
        <pc:sldMkLst>
          <pc:docMk/>
          <pc:sldMk cId="2814142398" sldId="305"/>
        </pc:sldMkLst>
        <pc:spChg chg="mod">
          <ac:chgData name="Shlomit Kislev" userId="05a9bd42-b4d5-4124-a8bf-2d48ba8d12fb" providerId="ADAL" clId="{45CAF123-B881-4187-893E-7ABE6146B576}" dt="2025-10-28T10:49:53.317" v="113" actId="20577"/>
          <ac:spMkLst>
            <pc:docMk/>
            <pc:sldMk cId="2814142398" sldId="305"/>
            <ac:spMk id="2" creationId="{F767D18E-ED18-D023-F9DE-3E838CC6F17E}"/>
          </ac:spMkLst>
        </pc:spChg>
        <pc:spChg chg="add mod">
          <ac:chgData name="Shlomit Kislev" userId="05a9bd42-b4d5-4124-a8bf-2d48ba8d12fb" providerId="ADAL" clId="{45CAF123-B881-4187-893E-7ABE6146B576}" dt="2025-10-28T10:50:41.727" v="131" actId="1076"/>
          <ac:spMkLst>
            <pc:docMk/>
            <pc:sldMk cId="2814142398" sldId="305"/>
            <ac:spMk id="9" creationId="{D5B9EE66-34AD-E5E8-0561-3C0F687D4335}"/>
          </ac:spMkLst>
        </pc:spChg>
        <pc:picChg chg="add mod">
          <ac:chgData name="Shlomit Kislev" userId="05a9bd42-b4d5-4124-a8bf-2d48ba8d12fb" providerId="ADAL" clId="{45CAF123-B881-4187-893E-7ABE6146B576}" dt="2025-10-28T10:49:46.122" v="108" actId="26606"/>
          <ac:picMkLst>
            <pc:docMk/>
            <pc:sldMk cId="2814142398" sldId="305"/>
            <ac:picMk id="7" creationId="{2920F485-18BC-5895-342C-0240E910A652}"/>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10/30/2025</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10/30/2025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F4996-886C-B5A0-8E1E-F83591F4A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2DCF9C-17C7-D21F-BCF5-50952F5FC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2A0D10-EF18-D3C1-65B1-0F62EFD3FF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D0C73C-470E-141F-B152-3BD05D5FC58B}"/>
              </a:ext>
            </a:extLst>
          </p:cNvPr>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812741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3862743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1425159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D4B1F-9FFE-63E2-392D-2197AB143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FB41F-8077-571B-F683-B81119DB37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9943DE-2FC7-F6A5-1CB8-2B1C311896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FB7013-23CE-5030-9C7B-92FEE3BFBB22}"/>
              </a:ext>
            </a:extLst>
          </p:cNvPr>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3904178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749FD-CB5E-DF8E-ED24-B63963A0B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4301CB-4897-C5CF-34E2-33B52A6A0C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27C01-C52A-CB7F-BD91-D6CE622A8C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5D9091-27F9-004B-ECE1-8BB4860A9E5B}"/>
              </a:ext>
            </a:extLst>
          </p:cNvPr>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518893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AF0BB-DD39-E48A-913D-843C757A92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EBF9A-72F1-7D4B-C0B1-11061DAB52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4E5EC8-59A6-6BD1-71D4-F421563524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C09577-5F12-A2F2-37DE-088216E330FD}"/>
              </a:ext>
            </a:extLst>
          </p:cNvPr>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3089770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D37BE-26E8-E6E4-9899-31DEC6D19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542889-3F2A-D570-53BC-C51F22BD0C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A5C195-0A0B-61FB-315D-6C0F4EFA6D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023719-A7C0-23A1-0A62-F018C4BE4AA8}"/>
              </a:ext>
            </a:extLst>
          </p:cNvPr>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4078764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E244A-317D-54A7-85A8-97FB7891D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878AC-657B-5FF4-3055-4A1B0ABB56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D9EB67-4439-BDF3-5769-FCE943816B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B63A9B-221B-F2CC-9FEF-C12D651E9C4A}"/>
              </a:ext>
            </a:extLst>
          </p:cNvPr>
          <p:cNvSpPr>
            <a:spLocks noGrp="1"/>
          </p:cNvSpPr>
          <p:nvPr>
            <p:ph type="sldNum" sz="quarter" idx="5"/>
          </p:nvPr>
        </p:nvSpPr>
        <p:spPr/>
        <p:txBody>
          <a:bodyPr/>
          <a:lstStyle/>
          <a:p>
            <a:fld id="{F97DC217-DF71-1A49-B3EA-559F1F43B0FF}" type="slidenum">
              <a:rPr lang="en-US" smtClean="0"/>
              <a:t>11</a:t>
            </a:fld>
            <a:endParaRPr lang="en-US" dirty="0"/>
          </a:p>
        </p:txBody>
      </p:sp>
    </p:spTree>
    <p:extLst>
      <p:ext uri="{BB962C8B-B14F-4D97-AF65-F5344CB8AC3E}">
        <p14:creationId xmlns:p14="http://schemas.microsoft.com/office/powerpoint/2010/main" val="1233038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42660-F879-1255-A69F-EE7E9A2615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D7472-6AEB-9255-7F05-6600528CD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98B0CE-2316-6A89-E0E2-E146FA5D75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3FA6EE-FE92-C798-170D-7E54A6837AF6}"/>
              </a:ext>
            </a:extLst>
          </p:cNvPr>
          <p:cNvSpPr>
            <a:spLocks noGrp="1"/>
          </p:cNvSpPr>
          <p:nvPr>
            <p:ph type="sldNum" sz="quarter" idx="5"/>
          </p:nvPr>
        </p:nvSpPr>
        <p:spPr/>
        <p:txBody>
          <a:bodyPr/>
          <a:lstStyle/>
          <a:p>
            <a:fld id="{F97DC217-DF71-1A49-B3EA-559F1F43B0FF}" type="slidenum">
              <a:rPr lang="en-US" smtClean="0"/>
              <a:t>12</a:t>
            </a:fld>
            <a:endParaRPr lang="en-US" dirty="0"/>
          </a:p>
        </p:txBody>
      </p:sp>
    </p:spTree>
    <p:extLst>
      <p:ext uri="{BB962C8B-B14F-4D97-AF65-F5344CB8AC3E}">
        <p14:creationId xmlns:p14="http://schemas.microsoft.com/office/powerpoint/2010/main" val="10484372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13</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14</a:t>
            </a:fld>
            <a:endParaRPr lang="en-US" dirty="0"/>
          </a:p>
        </p:txBody>
      </p:sp>
    </p:spTree>
    <p:extLst>
      <p:ext uri="{BB962C8B-B14F-4D97-AF65-F5344CB8AC3E}">
        <p14:creationId xmlns:p14="http://schemas.microsoft.com/office/powerpoint/2010/main" val="16390868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15</a:t>
            </a:fld>
            <a:endParaRPr lang="en-US" dirty="0"/>
          </a:p>
        </p:txBody>
      </p:sp>
    </p:spTree>
    <p:extLst>
      <p:ext uri="{BB962C8B-B14F-4D97-AF65-F5344CB8AC3E}">
        <p14:creationId xmlns:p14="http://schemas.microsoft.com/office/powerpoint/2010/main" val="9648444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16</a:t>
            </a:fld>
            <a:endParaRPr lang="en-US" dirty="0"/>
          </a:p>
        </p:txBody>
      </p:sp>
    </p:spTree>
    <p:extLst>
      <p:ext uri="{BB962C8B-B14F-4D97-AF65-F5344CB8AC3E}">
        <p14:creationId xmlns:p14="http://schemas.microsoft.com/office/powerpoint/2010/main" val="1616857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17</a:t>
            </a:fld>
            <a:endParaRPr lang="en-US" dirty="0"/>
          </a:p>
        </p:txBody>
      </p:sp>
    </p:spTree>
    <p:extLst>
      <p:ext uri="{BB962C8B-B14F-4D97-AF65-F5344CB8AC3E}">
        <p14:creationId xmlns:p14="http://schemas.microsoft.com/office/powerpoint/2010/main" val="24747787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18</a:t>
            </a:fld>
            <a:endParaRPr lang="en-US" dirty="0"/>
          </a:p>
        </p:txBody>
      </p:sp>
    </p:spTree>
    <p:extLst>
      <p:ext uri="{BB962C8B-B14F-4D97-AF65-F5344CB8AC3E}">
        <p14:creationId xmlns:p14="http://schemas.microsoft.com/office/powerpoint/2010/main" val="33190867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19</a:t>
            </a:fld>
            <a:endParaRPr lang="en-US" dirty="0"/>
          </a:p>
        </p:txBody>
      </p:sp>
    </p:spTree>
    <p:extLst>
      <p:ext uri="{BB962C8B-B14F-4D97-AF65-F5344CB8AC3E}">
        <p14:creationId xmlns:p14="http://schemas.microsoft.com/office/powerpoint/2010/main" val="9658453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20</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dirty="0"/>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827098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7" r:id="rId10"/>
    <p:sldLayoutId id="2147483676" r:id="rId11"/>
    <p:sldLayoutId id="2147483661" r:id="rId12"/>
    <p:sldLayoutId id="2147483666" r:id="rId13"/>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830130"/>
          </a:xfrm>
        </p:spPr>
        <p:txBody>
          <a:bodyPr/>
          <a:lstStyle/>
          <a:p>
            <a:r>
              <a:rPr lang="he-IL" dirty="0"/>
              <a:t>מפגש שלישי </a:t>
            </a:r>
            <a:r>
              <a:rPr lang="he-IL" dirty="0" err="1"/>
              <a:t>מנטורים</a:t>
            </a:r>
            <a:r>
              <a:rPr lang="he-IL"/>
              <a:t>.</a:t>
            </a:r>
            <a:endParaRPr lang="en-US" dirty="0"/>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pPr algn="r" rtl="1"/>
            <a:r>
              <a:rPr lang="he-IL" dirty="0"/>
              <a:t>סדר יום</a:t>
            </a:r>
            <a:endParaRPr lang="en-US" dirty="0"/>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58865" y="2017467"/>
            <a:ext cx="9779182" cy="3366815"/>
          </a:xfrm>
        </p:spPr>
        <p:txBody>
          <a:bodyPr vert="horz" lIns="91440" tIns="45720" rIns="91440" bIns="45720" rtlCol="0" anchor="t">
            <a:normAutofit/>
          </a:bodyPr>
          <a:lstStyle/>
          <a:p>
            <a:pPr algn="r" rtl="1"/>
            <a:r>
              <a:rPr lang="he-IL" dirty="0"/>
              <a:t>9:30 פתיחת יום</a:t>
            </a:r>
          </a:p>
          <a:p>
            <a:pPr algn="r" rtl="1"/>
            <a:r>
              <a:rPr lang="he-IL" dirty="0"/>
              <a:t>11:00 הרצאה דני גל </a:t>
            </a:r>
          </a:p>
          <a:p>
            <a:pPr algn="r" rtl="1"/>
            <a:r>
              <a:rPr lang="he-IL" dirty="0"/>
              <a:t>12:30 ארוחת </a:t>
            </a:r>
            <a:r>
              <a:rPr lang="he-IL" dirty="0" err="1"/>
              <a:t>צהריים</a:t>
            </a:r>
            <a:r>
              <a:rPr lang="he-IL" dirty="0"/>
              <a:t> </a:t>
            </a:r>
          </a:p>
          <a:p>
            <a:pPr algn="r" rtl="1"/>
            <a:r>
              <a:rPr lang="he-IL" dirty="0"/>
              <a:t>13:00 שאלות דיוקים על תפקיד </a:t>
            </a:r>
            <a:r>
              <a:rPr lang="he-IL" dirty="0" err="1"/>
              <a:t>המנטור</a:t>
            </a:r>
            <a:r>
              <a:rPr lang="he-IL" dirty="0"/>
              <a:t> –</a:t>
            </a:r>
          </a:p>
          <a:p>
            <a:pPr algn="r" rtl="1"/>
            <a:r>
              <a:rPr lang="he-IL" dirty="0"/>
              <a:t>14:15 שלוש ארבע להקשבה....</a:t>
            </a:r>
          </a:p>
          <a:p>
            <a:pPr algn="r" rtl="1"/>
            <a:r>
              <a:rPr lang="he-IL" dirty="0"/>
              <a:t>16:15 סיכום יום </a:t>
            </a:r>
            <a:endParaRPr lang="en-US" dirty="0"/>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A0FFFA4-E7DC-256B-6E00-5FA834FB8452}"/>
              </a:ext>
            </a:extLst>
          </p:cNvPr>
          <p:cNvPicPr>
            <a:picLocks noChangeAspect="1"/>
          </p:cNvPicPr>
          <p:nvPr/>
        </p:nvPicPr>
        <p:blipFill>
          <a:blip r:embed="rId3"/>
          <a:stretch>
            <a:fillRect/>
          </a:stretch>
        </p:blipFill>
        <p:spPr>
          <a:xfrm>
            <a:off x="3484689" y="459999"/>
            <a:ext cx="7417181" cy="4730993"/>
          </a:xfrm>
          <a:prstGeom prst="rect">
            <a:avLst/>
          </a:prstGeom>
        </p:spPr>
      </p:pic>
    </p:spTree>
    <p:extLst>
      <p:ext uri="{BB962C8B-B14F-4D97-AF65-F5344CB8AC3E}">
        <p14:creationId xmlns:p14="http://schemas.microsoft.com/office/powerpoint/2010/main" val="366267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043BC-1F77-EA63-CF1B-3861A13D9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67D18E-ED18-D023-F9DE-3E838CC6F17E}"/>
              </a:ext>
            </a:extLst>
          </p:cNvPr>
          <p:cNvSpPr>
            <a:spLocks noGrp="1"/>
          </p:cNvSpPr>
          <p:nvPr>
            <p:ph type="title"/>
          </p:nvPr>
        </p:nvSpPr>
        <p:spPr>
          <a:xfrm>
            <a:off x="1167492" y="136526"/>
            <a:ext cx="9779183" cy="1570038"/>
          </a:xfrm>
        </p:spPr>
        <p:txBody>
          <a:bodyPr anchor="b">
            <a:normAutofit/>
          </a:bodyPr>
          <a:lstStyle/>
          <a:p>
            <a:pPr rtl="1"/>
            <a:r>
              <a:rPr lang="he-IL" dirty="0"/>
              <a:t>הקשבה</a:t>
            </a:r>
            <a:endParaRPr lang="en-US" dirty="0"/>
          </a:p>
        </p:txBody>
      </p:sp>
      <p:pic>
        <p:nvPicPr>
          <p:cNvPr id="7" name="Picture 6">
            <a:extLst>
              <a:ext uri="{FF2B5EF4-FFF2-40B4-BE49-F238E27FC236}">
                <a16:creationId xmlns:a16="http://schemas.microsoft.com/office/drawing/2014/main" id="{2920F485-18BC-5895-342C-0240E910A652}"/>
              </a:ext>
            </a:extLst>
          </p:cNvPr>
          <p:cNvPicPr>
            <a:picLocks noChangeAspect="1"/>
          </p:cNvPicPr>
          <p:nvPr/>
        </p:nvPicPr>
        <p:blipFill>
          <a:blip r:embed="rId3"/>
          <a:srcRect t="9399"/>
          <a:stretch>
            <a:fillRect/>
          </a:stretch>
        </p:blipFill>
        <p:spPr>
          <a:xfrm>
            <a:off x="1167493" y="2084832"/>
            <a:ext cx="9779182" cy="3366813"/>
          </a:xfrm>
          <a:prstGeom prst="rect">
            <a:avLst/>
          </a:prstGeom>
          <a:noFill/>
        </p:spPr>
      </p:pic>
      <p:sp>
        <p:nvSpPr>
          <p:cNvPr id="9" name="TextBox 8">
            <a:extLst>
              <a:ext uri="{FF2B5EF4-FFF2-40B4-BE49-F238E27FC236}">
                <a16:creationId xmlns:a16="http://schemas.microsoft.com/office/drawing/2014/main" id="{D5B9EE66-34AD-E5E8-0561-3C0F687D4335}"/>
              </a:ext>
            </a:extLst>
          </p:cNvPr>
          <p:cNvSpPr txBox="1"/>
          <p:nvPr/>
        </p:nvSpPr>
        <p:spPr>
          <a:xfrm>
            <a:off x="651510" y="6075143"/>
            <a:ext cx="6094476" cy="646331"/>
          </a:xfrm>
          <a:prstGeom prst="rect">
            <a:avLst/>
          </a:prstGeom>
          <a:noFill/>
        </p:spPr>
        <p:txBody>
          <a:bodyPr wrap="square">
            <a:spAutoFit/>
          </a:bodyPr>
          <a:lstStyle/>
          <a:p>
            <a:r>
              <a:rPr lang="en-IL" dirty="0"/>
              <a:t>https://www.avneyrosha.org.il/wp-content/uploads/2024/09/hakshava.pdf</a:t>
            </a:r>
          </a:p>
        </p:txBody>
      </p:sp>
    </p:spTree>
    <p:extLst>
      <p:ext uri="{BB962C8B-B14F-4D97-AF65-F5344CB8AC3E}">
        <p14:creationId xmlns:p14="http://schemas.microsoft.com/office/powerpoint/2010/main" val="2814142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004938F-FEF4-DE93-C6EC-B4408E27AC8A}"/>
              </a:ext>
            </a:extLst>
          </p:cNvPr>
          <p:cNvPicPr>
            <a:picLocks noChangeAspect="1"/>
          </p:cNvPicPr>
          <p:nvPr/>
        </p:nvPicPr>
        <p:blipFill>
          <a:blip r:embed="rId3"/>
          <a:stretch>
            <a:fillRect/>
          </a:stretch>
        </p:blipFill>
        <p:spPr>
          <a:xfrm>
            <a:off x="1134119" y="732816"/>
            <a:ext cx="8375563" cy="4762727"/>
          </a:xfrm>
          <a:prstGeom prst="rect">
            <a:avLst/>
          </a:prstGeom>
        </p:spPr>
      </p:pic>
    </p:spTree>
    <p:extLst>
      <p:ext uri="{BB962C8B-B14F-4D97-AF65-F5344CB8AC3E}">
        <p14:creationId xmlns:p14="http://schemas.microsoft.com/office/powerpoint/2010/main" val="779750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AA093-E00B-31E9-0A13-71142E30E57C}"/>
              </a:ext>
            </a:extLst>
          </p:cNvPr>
          <p:cNvSpPr>
            <a:spLocks noGrp="1"/>
          </p:cNvSpPr>
          <p:nvPr>
            <p:ph type="ctrTitle"/>
          </p:nvPr>
        </p:nvSpPr>
        <p:spPr>
          <a:xfrm>
            <a:off x="-246888" y="232417"/>
            <a:ext cx="7193950" cy="1459223"/>
          </a:xfrm>
        </p:spPr>
        <p:txBody>
          <a:bodyPr/>
          <a:lstStyle/>
          <a:p>
            <a:pPr algn="r"/>
            <a:r>
              <a:rPr lang="he-IL" sz="4800" dirty="0"/>
              <a:t>רמה ראשונה של הקשבה</a:t>
            </a:r>
            <a:endParaRPr lang="en-US" sz="4800" dirty="0"/>
          </a:p>
        </p:txBody>
      </p:sp>
      <p:sp>
        <p:nvSpPr>
          <p:cNvPr id="3" name="Subtitle 2">
            <a:extLst>
              <a:ext uri="{FF2B5EF4-FFF2-40B4-BE49-F238E27FC236}">
                <a16:creationId xmlns:a16="http://schemas.microsoft.com/office/drawing/2014/main" id="{C62C8177-F0B6-B02C-3682-183D8307E999}"/>
              </a:ext>
            </a:extLst>
          </p:cNvPr>
          <p:cNvSpPr>
            <a:spLocks noGrp="1"/>
          </p:cNvSpPr>
          <p:nvPr>
            <p:ph type="subTitle" idx="1"/>
          </p:nvPr>
        </p:nvSpPr>
        <p:spPr>
          <a:xfrm>
            <a:off x="502920" y="1892808"/>
            <a:ext cx="6574536" cy="4261104"/>
          </a:xfrm>
        </p:spPr>
        <p:txBody>
          <a:bodyPr/>
          <a:lstStyle/>
          <a:p>
            <a:pPr algn="r" rtl="1"/>
            <a:r>
              <a:rPr lang="he-IL" sz="2400" b="1" dirty="0"/>
              <a:t>רמה ראשונה: </a:t>
            </a:r>
          </a:p>
          <a:p>
            <a:pPr algn="r" rtl="1"/>
            <a:r>
              <a:rPr lang="he-IL" sz="2400" dirty="0"/>
              <a:t>הקשבה פשוטה ושטחית, כזו שבה אנחנו לא באמת מקשיבים אלא עסוקים בתוכנו בעולמנו הפנימי ובשיפוטים שיש לנו על הדברים שאותם אנחנו שומעים.</a:t>
            </a:r>
          </a:p>
          <a:p>
            <a:pPr algn="r" rtl="1"/>
            <a:r>
              <a:rPr lang="he-IL" sz="2400" dirty="0"/>
              <a:t> הקשבה מהסוג הזה היא הקשבה תגובתית, </a:t>
            </a:r>
          </a:p>
          <a:p>
            <a:pPr algn="r" rtl="1"/>
            <a:r>
              <a:rPr lang="he-IL" sz="2400" dirty="0"/>
              <a:t>שבה אנחנו מתכננים, תוך כדי שהדובר מדבר, את מה שעוד שנייה נענה כתגובה.</a:t>
            </a:r>
          </a:p>
          <a:p>
            <a:pPr algn="r" rtl="1"/>
            <a:r>
              <a:rPr lang="he-IL" sz="2400" dirty="0"/>
              <a:t> כל עמדתנו הפנימית היא: "כן...את כל זה אני כבר יודעת". </a:t>
            </a:r>
          </a:p>
        </p:txBody>
      </p:sp>
    </p:spTree>
    <p:extLst>
      <p:ext uri="{BB962C8B-B14F-4D97-AF65-F5344CB8AC3E}">
        <p14:creationId xmlns:p14="http://schemas.microsoft.com/office/powerpoint/2010/main" val="4117153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9D8E2-DB79-492B-9AB9-BC1D31F77EA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C09367E-4BB6-EFE0-0F23-63F4A6F22CB1}"/>
              </a:ext>
            </a:extLst>
          </p:cNvPr>
          <p:cNvPicPr>
            <a:picLocks noChangeAspect="1"/>
          </p:cNvPicPr>
          <p:nvPr/>
        </p:nvPicPr>
        <p:blipFill>
          <a:blip r:embed="rId3"/>
          <a:stretch>
            <a:fillRect/>
          </a:stretch>
        </p:blipFill>
        <p:spPr>
          <a:xfrm>
            <a:off x="953685" y="848748"/>
            <a:ext cx="8236373" cy="4648439"/>
          </a:xfrm>
          <a:prstGeom prst="rect">
            <a:avLst/>
          </a:prstGeom>
        </p:spPr>
      </p:pic>
    </p:spTree>
    <p:extLst>
      <p:ext uri="{BB962C8B-B14F-4D97-AF65-F5344CB8AC3E}">
        <p14:creationId xmlns:p14="http://schemas.microsoft.com/office/powerpoint/2010/main" val="2184271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8C885-3262-ACFA-07BA-A387611ED3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4FE55E-76D2-4F8D-E12B-4E4D79EBE4BF}"/>
              </a:ext>
            </a:extLst>
          </p:cNvPr>
          <p:cNvSpPr>
            <a:spLocks noGrp="1"/>
          </p:cNvSpPr>
          <p:nvPr>
            <p:ph type="ctrTitle"/>
          </p:nvPr>
        </p:nvSpPr>
        <p:spPr>
          <a:xfrm>
            <a:off x="-246888" y="232417"/>
            <a:ext cx="7193950" cy="1459223"/>
          </a:xfrm>
        </p:spPr>
        <p:txBody>
          <a:bodyPr/>
          <a:lstStyle/>
          <a:p>
            <a:pPr algn="r"/>
            <a:r>
              <a:rPr lang="he-IL" sz="4800" dirty="0"/>
              <a:t>רמה שנייה של הקשבה</a:t>
            </a:r>
            <a:endParaRPr lang="en-US" sz="4800" dirty="0"/>
          </a:p>
        </p:txBody>
      </p:sp>
      <p:sp>
        <p:nvSpPr>
          <p:cNvPr id="3" name="Subtitle 2">
            <a:extLst>
              <a:ext uri="{FF2B5EF4-FFF2-40B4-BE49-F238E27FC236}">
                <a16:creationId xmlns:a16="http://schemas.microsoft.com/office/drawing/2014/main" id="{AA12955A-7848-0812-1DEF-1BC5BFE39491}"/>
              </a:ext>
            </a:extLst>
          </p:cNvPr>
          <p:cNvSpPr>
            <a:spLocks noGrp="1"/>
          </p:cNvSpPr>
          <p:nvPr>
            <p:ph type="subTitle" idx="1"/>
          </p:nvPr>
        </p:nvSpPr>
        <p:spPr>
          <a:xfrm>
            <a:off x="502920" y="1892808"/>
            <a:ext cx="6574536" cy="4261104"/>
          </a:xfrm>
        </p:spPr>
        <p:txBody>
          <a:bodyPr/>
          <a:lstStyle/>
          <a:p>
            <a:pPr algn="r" rtl="1"/>
            <a:r>
              <a:rPr lang="he-IL" sz="2400" b="1" dirty="0"/>
              <a:t>רמה שנייה מה שאני לא יודע: </a:t>
            </a:r>
          </a:p>
          <a:p>
            <a:pPr algn="r" rtl="1"/>
            <a:r>
              <a:rPr lang="he-IL" dirty="0"/>
              <a:t>זו הקשבה מתוך שימת לב לעובדות או למידע חדש. אני מסיטה את הקשב שלי מהקולות הפנימיים שלי לעובדות בשטח ומסיקה מתוך העובדות על משהו חדש.</a:t>
            </a:r>
            <a:endParaRPr lang="he-IL" sz="2400" dirty="0"/>
          </a:p>
        </p:txBody>
      </p:sp>
    </p:spTree>
    <p:extLst>
      <p:ext uri="{BB962C8B-B14F-4D97-AF65-F5344CB8AC3E}">
        <p14:creationId xmlns:p14="http://schemas.microsoft.com/office/powerpoint/2010/main" val="4074592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361C2-9B44-4DB9-DC38-F418010421F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EDA8230-7409-7EC0-BE29-F0C7D65A7EF6}"/>
              </a:ext>
            </a:extLst>
          </p:cNvPr>
          <p:cNvPicPr>
            <a:picLocks noChangeAspect="1"/>
          </p:cNvPicPr>
          <p:nvPr/>
        </p:nvPicPr>
        <p:blipFill>
          <a:blip r:embed="rId3"/>
          <a:stretch>
            <a:fillRect/>
          </a:stretch>
        </p:blipFill>
        <p:spPr>
          <a:xfrm>
            <a:off x="868680" y="880624"/>
            <a:ext cx="9002231" cy="5096752"/>
          </a:xfrm>
          <a:prstGeom prst="rect">
            <a:avLst/>
          </a:prstGeom>
        </p:spPr>
      </p:pic>
    </p:spTree>
    <p:extLst>
      <p:ext uri="{BB962C8B-B14F-4D97-AF65-F5344CB8AC3E}">
        <p14:creationId xmlns:p14="http://schemas.microsoft.com/office/powerpoint/2010/main" val="1483265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E2C35-E78E-3000-1A41-93612EF2B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0BF02-29E5-E106-ADFB-0B25A2346DE7}"/>
              </a:ext>
            </a:extLst>
          </p:cNvPr>
          <p:cNvSpPr>
            <a:spLocks noGrp="1"/>
          </p:cNvSpPr>
          <p:nvPr>
            <p:ph type="ctrTitle"/>
          </p:nvPr>
        </p:nvSpPr>
        <p:spPr>
          <a:xfrm>
            <a:off x="-246888" y="232417"/>
            <a:ext cx="7193950" cy="1459223"/>
          </a:xfrm>
        </p:spPr>
        <p:txBody>
          <a:bodyPr/>
          <a:lstStyle/>
          <a:p>
            <a:pPr algn="r"/>
            <a:r>
              <a:rPr lang="he-IL" sz="4800" dirty="0"/>
              <a:t>רמה שלישית של הקשבה</a:t>
            </a:r>
            <a:endParaRPr lang="en-US" sz="4800" dirty="0"/>
          </a:p>
        </p:txBody>
      </p:sp>
      <p:sp>
        <p:nvSpPr>
          <p:cNvPr id="3" name="Subtitle 2">
            <a:extLst>
              <a:ext uri="{FF2B5EF4-FFF2-40B4-BE49-F238E27FC236}">
                <a16:creationId xmlns:a16="http://schemas.microsoft.com/office/drawing/2014/main" id="{A89B4D18-B626-8A7F-CB86-03B4AA24717F}"/>
              </a:ext>
            </a:extLst>
          </p:cNvPr>
          <p:cNvSpPr>
            <a:spLocks noGrp="1"/>
          </p:cNvSpPr>
          <p:nvPr>
            <p:ph type="subTitle" idx="1"/>
          </p:nvPr>
        </p:nvSpPr>
        <p:spPr>
          <a:xfrm>
            <a:off x="502920" y="1892808"/>
            <a:ext cx="6574536" cy="4261104"/>
          </a:xfrm>
        </p:spPr>
        <p:txBody>
          <a:bodyPr/>
          <a:lstStyle/>
          <a:p>
            <a:pPr algn="r" rtl="1"/>
            <a:r>
              <a:rPr lang="he-IL" dirty="0"/>
              <a:t>בסוג הקשבה זה אנחנו כבר יוצאים מחוץ לעצמנו ומסוגלים להתחבר למה שקורה אצל האחר. אני נעה מראיית עולם שקשורה אליי באופן מוחלט ולנקודת מבטי האבסולוטית ומתחילה להרגיש את האחר, להקשיב למה שמתחולל באחר. העמדה הפנימית שלי כאן, היא: "כן, אני יודעת איך זה מרגיש...". על מנת להגיע להקשבה אמפטית דרוש לב פתוח</a:t>
            </a:r>
            <a:endParaRPr lang="he-IL" sz="2400" dirty="0"/>
          </a:p>
        </p:txBody>
      </p:sp>
    </p:spTree>
    <p:extLst>
      <p:ext uri="{BB962C8B-B14F-4D97-AF65-F5344CB8AC3E}">
        <p14:creationId xmlns:p14="http://schemas.microsoft.com/office/powerpoint/2010/main" val="2238882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CF704-67DE-18BE-2CAA-A381784A61B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B696B40-C876-CC52-E543-FEF72F7EE189}"/>
              </a:ext>
            </a:extLst>
          </p:cNvPr>
          <p:cNvPicPr>
            <a:picLocks noChangeAspect="1"/>
          </p:cNvPicPr>
          <p:nvPr/>
        </p:nvPicPr>
        <p:blipFill>
          <a:blip r:embed="rId3"/>
          <a:stretch>
            <a:fillRect/>
          </a:stretch>
        </p:blipFill>
        <p:spPr>
          <a:xfrm>
            <a:off x="987552" y="1092079"/>
            <a:ext cx="9331415" cy="5163851"/>
          </a:xfrm>
          <a:prstGeom prst="rect">
            <a:avLst/>
          </a:prstGeom>
        </p:spPr>
      </p:pic>
    </p:spTree>
    <p:extLst>
      <p:ext uri="{BB962C8B-B14F-4D97-AF65-F5344CB8AC3E}">
        <p14:creationId xmlns:p14="http://schemas.microsoft.com/office/powerpoint/2010/main" val="2539860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93DE5-C535-5A67-A837-57D37C0D0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F479A-2BBD-AD1A-E449-D1A4ECA6A4EA}"/>
              </a:ext>
            </a:extLst>
          </p:cNvPr>
          <p:cNvSpPr>
            <a:spLocks noGrp="1"/>
          </p:cNvSpPr>
          <p:nvPr>
            <p:ph type="ctrTitle"/>
          </p:nvPr>
        </p:nvSpPr>
        <p:spPr>
          <a:xfrm>
            <a:off x="-557784" y="232417"/>
            <a:ext cx="7193950" cy="947159"/>
          </a:xfrm>
        </p:spPr>
        <p:txBody>
          <a:bodyPr/>
          <a:lstStyle/>
          <a:p>
            <a:pPr algn="r"/>
            <a:r>
              <a:rPr lang="he-IL" sz="4800" dirty="0"/>
              <a:t>רמה רביעית של הקשבה</a:t>
            </a:r>
            <a:endParaRPr lang="en-US" sz="4800" dirty="0"/>
          </a:p>
        </p:txBody>
      </p:sp>
      <p:sp>
        <p:nvSpPr>
          <p:cNvPr id="3" name="Subtitle 2">
            <a:extLst>
              <a:ext uri="{FF2B5EF4-FFF2-40B4-BE49-F238E27FC236}">
                <a16:creationId xmlns:a16="http://schemas.microsoft.com/office/drawing/2014/main" id="{D6577A5A-50D6-CBBD-6312-4A8DB89D932E}"/>
              </a:ext>
            </a:extLst>
          </p:cNvPr>
          <p:cNvSpPr>
            <a:spLocks noGrp="1"/>
          </p:cNvSpPr>
          <p:nvPr>
            <p:ph type="subTitle" idx="1"/>
          </p:nvPr>
        </p:nvSpPr>
        <p:spPr>
          <a:xfrm>
            <a:off x="429768" y="1335024"/>
            <a:ext cx="6611112" cy="5971032"/>
          </a:xfrm>
        </p:spPr>
        <p:txBody>
          <a:bodyPr/>
          <a:lstStyle/>
          <a:p>
            <a:pPr algn="r" rtl="1"/>
            <a:r>
              <a:rPr lang="he-IL" sz="2400" dirty="0"/>
              <a:t>הקשבה 360 מעלות הקשבה מחוללת, לפי </a:t>
            </a:r>
            <a:r>
              <a:rPr lang="he-IL" sz="2400" dirty="0" err="1"/>
              <a:t>שרמר</a:t>
            </a:r>
            <a:r>
              <a:rPr lang="he-IL" sz="2400" dirty="0"/>
              <a:t>, היא רמת ההקשבה הגבוהה ביותר. זוהי “הקשבה מתוך השדה המתהווה של האפשרויות העתידיות”. </a:t>
            </a:r>
          </a:p>
          <a:p>
            <a:pPr algn="r" rtl="1"/>
            <a:r>
              <a:rPr lang="he-IL" sz="2400" dirty="0"/>
              <a:t>דמיינו מסע שבו אנחנו משילים מעל עצמנו את כל מה שאנחנו חושבים שאנחנו יודעים על מצב מסוים, משהים כל שיפוט שיש לנו ביחס אליו, נותנים לעצמנו זמן לנוע אל תוך שדה של הקשבה עמוקה. בתוך השדה של ההקשבה העמוקה, אנחנו נותנים לתובנות חדשות להגיע, ויוצאים בצד השני עם תכנית ביצוע ואב טיפוס.</a:t>
            </a:r>
          </a:p>
          <a:p>
            <a:pPr algn="r" rtl="1"/>
            <a:endParaRPr lang="he-IL" sz="2400" dirty="0"/>
          </a:p>
          <a:p>
            <a:pPr algn="r" rtl="1"/>
            <a:r>
              <a:rPr lang="he-IL" sz="2400" dirty="0"/>
              <a:t>כאשר אנחנו מסוגלים להגיע להקשבה מחוללת, בעצם אנחנו עוברים שינוי עמוק ועדים בתפיסה שלנו את הדברים ומסוגלים להתחבר לאפשרות הגבוהה ביותר שקיימת עבורנו ושרוצה להתגשם.</a:t>
            </a:r>
          </a:p>
          <a:p>
            <a:pPr algn="r" rtl="1"/>
            <a:endParaRPr lang="he-IL" sz="1800" dirty="0"/>
          </a:p>
          <a:p>
            <a:pPr algn="r" rtl="1"/>
            <a:endParaRPr lang="he-IL" sz="1800" dirty="0"/>
          </a:p>
        </p:txBody>
      </p:sp>
    </p:spTree>
    <p:extLst>
      <p:ext uri="{BB962C8B-B14F-4D97-AF65-F5344CB8AC3E}">
        <p14:creationId xmlns:p14="http://schemas.microsoft.com/office/powerpoint/2010/main" val="433924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F5EE67-DE83-C00F-F31C-58A2B46234DB}"/>
              </a:ext>
            </a:extLst>
          </p:cNvPr>
          <p:cNvSpPr>
            <a:spLocks noGrp="1"/>
          </p:cNvSpPr>
          <p:nvPr>
            <p:ph type="title"/>
          </p:nvPr>
        </p:nvSpPr>
        <p:spPr>
          <a:xfrm>
            <a:off x="1167492" y="45085"/>
            <a:ext cx="9779183" cy="1600835"/>
          </a:xfrm>
        </p:spPr>
        <p:txBody>
          <a:bodyPr/>
          <a:lstStyle/>
          <a:p>
            <a:r>
              <a:rPr lang="en-US" dirty="0"/>
              <a:t>Engaging the audience</a:t>
            </a:r>
          </a:p>
        </p:txBody>
      </p:sp>
      <p:sp>
        <p:nvSpPr>
          <p:cNvPr id="3" name="Content Placeholder 2">
            <a:extLst>
              <a:ext uri="{FF2B5EF4-FFF2-40B4-BE49-F238E27FC236}">
                <a16:creationId xmlns:a16="http://schemas.microsoft.com/office/drawing/2014/main" id="{DAF7743C-9A64-6DD7-26EC-7870E2484D2F}"/>
              </a:ext>
            </a:extLst>
          </p:cNvPr>
          <p:cNvSpPr>
            <a:spLocks noGrp="1"/>
          </p:cNvSpPr>
          <p:nvPr>
            <p:ph idx="14"/>
          </p:nvPr>
        </p:nvSpPr>
        <p:spPr>
          <a:xfrm>
            <a:off x="1166813" y="2652713"/>
            <a:ext cx="9780587" cy="3436937"/>
          </a:xfrm>
        </p:spPr>
        <p:txBody>
          <a:bodyPr>
            <a:normAutofit/>
          </a:bodyPr>
          <a:lstStyle/>
          <a:p>
            <a:r>
              <a:rPr lang="en-US" dirty="0"/>
              <a:t>Make eye contact with your audience to create a sense of intimacy and involvement</a:t>
            </a:r>
          </a:p>
          <a:p>
            <a:r>
              <a:rPr lang="en-US" dirty="0"/>
              <a:t>Weave relatable stories into your presentation using narratives that make your message memorable and impactful</a:t>
            </a:r>
          </a:p>
          <a:p>
            <a:r>
              <a:rPr lang="en-US" dirty="0"/>
              <a:t>Encourage questions and provide thoughtful responses to enhance audience participation</a:t>
            </a:r>
          </a:p>
          <a:p>
            <a:r>
              <a:rPr lang="en-US" dirty="0"/>
              <a:t>Use live polls or surveys to gather audience opinions, promoting engagement and making sure the audience feel involved</a:t>
            </a:r>
          </a:p>
        </p:txBody>
      </p:sp>
    </p:spTree>
    <p:extLst>
      <p:ext uri="{BB962C8B-B14F-4D97-AF65-F5344CB8AC3E}">
        <p14:creationId xmlns:p14="http://schemas.microsoft.com/office/powerpoint/2010/main" val="2529338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F9E134-98AA-3ECE-E40A-180C85ACD7D5}"/>
              </a:ext>
            </a:extLst>
          </p:cNvPr>
          <p:cNvSpPr>
            <a:spLocks noGrp="1"/>
          </p:cNvSpPr>
          <p:nvPr>
            <p:ph type="title"/>
          </p:nvPr>
        </p:nvSpPr>
        <p:spPr>
          <a:xfrm>
            <a:off x="1167492" y="136526"/>
            <a:ext cx="9601200" cy="1653371"/>
          </a:xfrm>
        </p:spPr>
        <p:txBody>
          <a:bodyPr/>
          <a:lstStyle/>
          <a:p>
            <a:r>
              <a:rPr lang="en-US" dirty="0"/>
              <a:t>Effective delivery techniques</a:t>
            </a:r>
          </a:p>
        </p:txBody>
      </p:sp>
      <p:sp>
        <p:nvSpPr>
          <p:cNvPr id="3" name="Content Placeholder 2">
            <a:extLst>
              <a:ext uri="{FF2B5EF4-FFF2-40B4-BE49-F238E27FC236}">
                <a16:creationId xmlns:a16="http://schemas.microsoft.com/office/drawing/2014/main" id="{D1455C0B-19FB-954B-532A-0A68CAC4E0E4}"/>
              </a:ext>
            </a:extLst>
          </p:cNvPr>
          <p:cNvSpPr>
            <a:spLocks noGrp="1"/>
          </p:cNvSpPr>
          <p:nvPr>
            <p:ph idx="1"/>
          </p:nvPr>
        </p:nvSpPr>
        <p:spPr>
          <a:xfrm>
            <a:off x="1167493" y="2023984"/>
            <a:ext cx="4663440" cy="3332832"/>
          </a:xfrm>
        </p:spPr>
        <p:txBody>
          <a:bodyPr/>
          <a:lstStyle/>
          <a:p>
            <a:r>
              <a:rPr lang="en-US" dirty="0"/>
              <a:t>This is a powerful tool in public speaking. It involves varying pitch, tone, and volume to convey emotion, emphasize points, and maintain interest: </a:t>
            </a:r>
          </a:p>
          <a:p>
            <a:pPr lvl="1"/>
            <a:r>
              <a:rPr lang="en-US" dirty="0"/>
              <a:t>Pitch variation</a:t>
            </a:r>
          </a:p>
          <a:p>
            <a:pPr lvl="1"/>
            <a:r>
              <a:rPr lang="en-US" dirty="0"/>
              <a:t>Tone inflection</a:t>
            </a:r>
          </a:p>
          <a:p>
            <a:pPr lvl="1"/>
            <a:r>
              <a:rPr lang="en-US" dirty="0"/>
              <a:t>Volume control</a:t>
            </a:r>
          </a:p>
        </p:txBody>
      </p:sp>
      <p:sp>
        <p:nvSpPr>
          <p:cNvPr id="4" name="Content Placeholder 3">
            <a:extLst>
              <a:ext uri="{FF2B5EF4-FFF2-40B4-BE49-F238E27FC236}">
                <a16:creationId xmlns:a16="http://schemas.microsoft.com/office/drawing/2014/main" id="{DBA34351-9D9C-8C32-5CC0-3F19A1CAC037}"/>
              </a:ext>
            </a:extLst>
          </p:cNvPr>
          <p:cNvSpPr>
            <a:spLocks noGrp="1"/>
          </p:cNvSpPr>
          <p:nvPr>
            <p:ph idx="10"/>
          </p:nvPr>
        </p:nvSpPr>
        <p:spPr>
          <a:xfrm>
            <a:off x="6283235" y="2023984"/>
            <a:ext cx="4663440" cy="3332832"/>
          </a:xfrm>
        </p:spPr>
        <p:txBody>
          <a:bodyPr/>
          <a:lstStyle/>
          <a:p>
            <a:r>
              <a:rPr lang="en-US" dirty="0"/>
              <a:t>Effective body language enhances your message, making it more impactful </a:t>
            </a:r>
            <a:r>
              <a:rPr lang="en-US"/>
              <a:t>and memorable:</a:t>
            </a:r>
            <a:endParaRPr lang="en-US" dirty="0"/>
          </a:p>
          <a:p>
            <a:pPr lvl="1"/>
            <a:r>
              <a:rPr lang="en-US" dirty="0"/>
              <a:t>Meaningful eye contact</a:t>
            </a:r>
          </a:p>
          <a:p>
            <a:pPr lvl="1"/>
            <a:r>
              <a:rPr lang="en-US" dirty="0"/>
              <a:t>Purposeful gestures</a:t>
            </a:r>
          </a:p>
          <a:p>
            <a:pPr lvl="1"/>
            <a:r>
              <a:rPr lang="en-US" dirty="0"/>
              <a:t>Maintain good posture</a:t>
            </a:r>
          </a:p>
          <a:p>
            <a:pPr lvl="1"/>
            <a:r>
              <a:rPr lang="en-US" dirty="0"/>
              <a:t>Control your expressions</a:t>
            </a:r>
          </a:p>
        </p:txBody>
      </p:sp>
    </p:spTree>
    <p:extLst>
      <p:ext uri="{BB962C8B-B14F-4D97-AF65-F5344CB8AC3E}">
        <p14:creationId xmlns:p14="http://schemas.microsoft.com/office/powerpoint/2010/main" val="1265939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CFB73D-B7C9-A177-04F3-E48E841A875E}"/>
              </a:ext>
            </a:extLst>
          </p:cNvPr>
          <p:cNvSpPr>
            <a:spLocks noGrp="1"/>
          </p:cNvSpPr>
          <p:nvPr>
            <p:ph type="title"/>
          </p:nvPr>
        </p:nvSpPr>
        <p:spPr>
          <a:xfrm>
            <a:off x="1167492" y="69008"/>
            <a:ext cx="9779183" cy="1706563"/>
          </a:xfrm>
        </p:spPr>
        <p:txBody>
          <a:bodyPr/>
          <a:lstStyle/>
          <a:p>
            <a:r>
              <a:rPr lang="en-US" dirty="0"/>
              <a:t>Navigating Q&amp;A sessions</a:t>
            </a:r>
          </a:p>
        </p:txBody>
      </p:sp>
      <p:sp>
        <p:nvSpPr>
          <p:cNvPr id="4" name="Content Placeholder 3">
            <a:extLst>
              <a:ext uri="{FF2B5EF4-FFF2-40B4-BE49-F238E27FC236}">
                <a16:creationId xmlns:a16="http://schemas.microsoft.com/office/drawing/2014/main" id="{DBA34351-9D9C-8C32-5CC0-3F19A1CAC037}"/>
              </a:ext>
            </a:extLst>
          </p:cNvPr>
          <p:cNvSpPr>
            <a:spLocks noGrp="1"/>
          </p:cNvSpPr>
          <p:nvPr>
            <p:ph idx="12"/>
          </p:nvPr>
        </p:nvSpPr>
        <p:spPr>
          <a:xfrm>
            <a:off x="1166813" y="2024063"/>
            <a:ext cx="4664075" cy="3332162"/>
          </a:xfrm>
        </p:spPr>
        <p:txBody>
          <a:bodyPr>
            <a:normAutofit/>
          </a:bodyPr>
          <a:lstStyle/>
          <a:p>
            <a:r>
              <a:rPr lang="en-US" dirty="0"/>
              <a:t>Know your material in advance</a:t>
            </a:r>
          </a:p>
          <a:p>
            <a:r>
              <a:rPr lang="en-US" dirty="0"/>
              <a:t>Anticipate common questions</a:t>
            </a:r>
          </a:p>
          <a:p>
            <a:r>
              <a:rPr lang="en-US" dirty="0"/>
              <a:t>Rehearse your responses</a:t>
            </a:r>
          </a:p>
        </p:txBody>
      </p:sp>
      <p:sp>
        <p:nvSpPr>
          <p:cNvPr id="3" name="Content Placeholder 2">
            <a:extLst>
              <a:ext uri="{FF2B5EF4-FFF2-40B4-BE49-F238E27FC236}">
                <a16:creationId xmlns:a16="http://schemas.microsoft.com/office/drawing/2014/main" id="{D1455C0B-19FB-954B-532A-0A68CAC4E0E4}"/>
              </a:ext>
            </a:extLst>
          </p:cNvPr>
          <p:cNvSpPr>
            <a:spLocks noGrp="1"/>
          </p:cNvSpPr>
          <p:nvPr>
            <p:ph idx="11"/>
          </p:nvPr>
        </p:nvSpPr>
        <p:spPr>
          <a:xfrm>
            <a:off x="6283325" y="2024063"/>
            <a:ext cx="4664075" cy="3332162"/>
          </a:xfrm>
        </p:spPr>
        <p:txBody>
          <a:bodyPr>
            <a:normAutofit/>
          </a:bodyPr>
          <a:lstStyle/>
          <a:p>
            <a:r>
              <a:rPr lang="en-US" dirty="0"/>
              <a:t>Maintaining composure during the Q&amp;A session is essential for projecting confidence and authority. Consider the following tips for staying composed:</a:t>
            </a:r>
          </a:p>
          <a:p>
            <a:pPr lvl="1"/>
            <a:r>
              <a:rPr lang="en-US" dirty="0"/>
              <a:t>Stay calm</a:t>
            </a:r>
          </a:p>
          <a:p>
            <a:pPr lvl="1"/>
            <a:r>
              <a:rPr lang="en-US" dirty="0"/>
              <a:t>Actively listen</a:t>
            </a:r>
          </a:p>
          <a:p>
            <a:pPr lvl="1"/>
            <a:r>
              <a:rPr lang="en-US" dirty="0"/>
              <a:t>Pause and reflect</a:t>
            </a:r>
          </a:p>
          <a:p>
            <a:pPr lvl="1"/>
            <a:r>
              <a:rPr lang="en-US" dirty="0"/>
              <a:t>Maintain eye contact</a:t>
            </a:r>
          </a:p>
          <a:p>
            <a:endParaRPr lang="en-US" dirty="0"/>
          </a:p>
        </p:txBody>
      </p:sp>
    </p:spTree>
    <p:extLst>
      <p:ext uri="{BB962C8B-B14F-4D97-AF65-F5344CB8AC3E}">
        <p14:creationId xmlns:p14="http://schemas.microsoft.com/office/powerpoint/2010/main" val="2652102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F58C-138C-55F4-DA77-4C3F06C81A1C}"/>
              </a:ext>
            </a:extLst>
          </p:cNvPr>
          <p:cNvSpPr>
            <a:spLocks noGrp="1"/>
          </p:cNvSpPr>
          <p:nvPr>
            <p:ph type="title"/>
          </p:nvPr>
        </p:nvSpPr>
        <p:spPr>
          <a:xfrm>
            <a:off x="1167492" y="457200"/>
            <a:ext cx="10643508" cy="1371600"/>
          </a:xfrm>
        </p:spPr>
        <p:txBody>
          <a:bodyPr/>
          <a:lstStyle/>
          <a:p>
            <a:r>
              <a:rPr lang="en-US" dirty="0"/>
              <a:t>Speaking impact </a:t>
            </a:r>
          </a:p>
        </p:txBody>
      </p:sp>
      <p:sp>
        <p:nvSpPr>
          <p:cNvPr id="3" name="Content Placeholder 2">
            <a:extLst>
              <a:ext uri="{FF2B5EF4-FFF2-40B4-BE49-F238E27FC236}">
                <a16:creationId xmlns:a16="http://schemas.microsoft.com/office/drawing/2014/main" id="{9B5DDE7C-335B-FD23-E1E6-CDCB99B7878C}"/>
              </a:ext>
            </a:extLst>
          </p:cNvPr>
          <p:cNvSpPr>
            <a:spLocks noGrp="1"/>
          </p:cNvSpPr>
          <p:nvPr>
            <p:ph idx="15"/>
          </p:nvPr>
        </p:nvSpPr>
        <p:spPr>
          <a:xfrm>
            <a:off x="1166813" y="2652713"/>
            <a:ext cx="5394325" cy="3436937"/>
          </a:xfrm>
        </p:spPr>
        <p:txBody>
          <a:bodyPr/>
          <a:lstStyle/>
          <a:p>
            <a:r>
              <a:rPr lang="en-US" dirty="0"/>
              <a:t>Your ability to communicate effectively will leave a lasting impact on your audience</a:t>
            </a:r>
          </a:p>
          <a:p>
            <a:r>
              <a:rPr lang="en-US" dirty="0"/>
              <a:t>Effectively communicating involves not only delivering a message but also resonating with the experiences, values, and emotions of those listening </a:t>
            </a:r>
          </a:p>
        </p:txBody>
      </p:sp>
      <p:pic>
        <p:nvPicPr>
          <p:cNvPr id="25" name="Picture Placeholder 24" descr="A couple of people looking at a computer">
            <a:extLst>
              <a:ext uri="{FF2B5EF4-FFF2-40B4-BE49-F238E27FC236}">
                <a16:creationId xmlns:a16="http://schemas.microsoft.com/office/drawing/2014/main" id="{E57751D1-D655-B1C0-2407-A8826F551024}"/>
              </a:ext>
            </a:extLst>
          </p:cNvPr>
          <p:cNvPicPr>
            <a:picLocks noGrp="1" noChangeAspect="1"/>
          </p:cNvPicPr>
          <p:nvPr>
            <p:ph type="pic" sz="quarter" idx="14"/>
          </p:nvPr>
        </p:nvPicPr>
        <p:blipFill>
          <a:blip r:embed="rId3">
            <a:duotone>
              <a:schemeClr val="accent4">
                <a:shade val="45000"/>
                <a:satMod val="135000"/>
              </a:schemeClr>
              <a:prstClr val="white"/>
            </a:duotone>
          </a:blip>
          <a:srcRect l="16667" r="16667"/>
          <a:stretch/>
        </p:blipFill>
        <p:spPr>
          <a:xfrm>
            <a:off x="7317920" y="1447800"/>
            <a:ext cx="4214010" cy="4214010"/>
          </a:xfrm>
        </p:spPr>
      </p:pic>
    </p:spTree>
    <p:extLst>
      <p:ext uri="{BB962C8B-B14F-4D97-AF65-F5344CB8AC3E}">
        <p14:creationId xmlns:p14="http://schemas.microsoft.com/office/powerpoint/2010/main" val="362649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02FA0-5805-E9D5-E5A1-5B4B485CB096}"/>
              </a:ext>
            </a:extLst>
          </p:cNvPr>
          <p:cNvSpPr>
            <a:spLocks noGrp="1"/>
          </p:cNvSpPr>
          <p:nvPr>
            <p:ph type="title"/>
          </p:nvPr>
        </p:nvSpPr>
        <p:spPr>
          <a:xfrm>
            <a:off x="1167492" y="457200"/>
            <a:ext cx="9692640" cy="1371600"/>
          </a:xfrm>
        </p:spPr>
        <p:txBody>
          <a:bodyPr/>
          <a:lstStyle/>
          <a:p>
            <a:r>
              <a:rPr lang="en-US" dirty="0"/>
              <a:t>Dynamic delivery</a:t>
            </a:r>
          </a:p>
        </p:txBody>
      </p:sp>
      <p:sp>
        <p:nvSpPr>
          <p:cNvPr id="4" name="Content Placeholder 3">
            <a:extLst>
              <a:ext uri="{FF2B5EF4-FFF2-40B4-BE49-F238E27FC236}">
                <a16:creationId xmlns:a16="http://schemas.microsoft.com/office/drawing/2014/main" id="{EAE9A705-E123-1C6C-EC93-CEE377B741CC}"/>
              </a:ext>
            </a:extLst>
          </p:cNvPr>
          <p:cNvSpPr>
            <a:spLocks noGrp="1"/>
          </p:cNvSpPr>
          <p:nvPr>
            <p:ph idx="10"/>
          </p:nvPr>
        </p:nvSpPr>
        <p:spPr>
          <a:xfrm>
            <a:off x="1167493" y="2087561"/>
            <a:ext cx="2693306" cy="3890543"/>
          </a:xfrm>
        </p:spPr>
        <p:txBody>
          <a:bodyPr/>
          <a:lstStyle/>
          <a:p>
            <a:r>
              <a:rPr lang="en-US" dirty="0"/>
              <a:t>Learn to infuse energy into your delivery to leave a lasting impression</a:t>
            </a:r>
          </a:p>
          <a:p>
            <a:r>
              <a:rPr lang="en-US" dirty="0"/>
              <a:t>One of the goals of effective communication is to motivate your audience</a:t>
            </a:r>
          </a:p>
          <a:p>
            <a:endParaRPr lang="en-US" dirty="0"/>
          </a:p>
        </p:txBody>
      </p:sp>
      <p:graphicFrame>
        <p:nvGraphicFramePr>
          <p:cNvPr id="5" name="Table Placeholder 2">
            <a:extLst>
              <a:ext uri="{FF2B5EF4-FFF2-40B4-BE49-F238E27FC236}">
                <a16:creationId xmlns:a16="http://schemas.microsoft.com/office/drawing/2014/main" id="{FD8D3D14-313E-8ED7-7BE9-2E3D506F17E6}"/>
              </a:ext>
            </a:extLst>
          </p:cNvPr>
          <p:cNvGraphicFramePr>
            <a:graphicFrameLocks noGrp="1"/>
          </p:cNvGraphicFramePr>
          <p:nvPr>
            <p:ph idx="1"/>
            <p:extLst>
              <p:ext uri="{D42A27DB-BD31-4B8C-83A1-F6EECF244321}">
                <p14:modId xmlns:p14="http://schemas.microsoft.com/office/powerpoint/2010/main" val="3506509738"/>
              </p:ext>
            </p:extLst>
          </p:nvPr>
        </p:nvGraphicFramePr>
        <p:xfrm>
          <a:off x="4216400" y="2087563"/>
          <a:ext cx="6771640" cy="4061657"/>
        </p:xfrm>
        <a:graphic>
          <a:graphicData uri="http://schemas.openxmlformats.org/drawingml/2006/table">
            <a:tbl>
              <a:tblPr firstRow="1" bandRow="1">
                <a:tableStyleId>{69012ECD-51FC-41F1-AA8D-1B2483CD663E}</a:tableStyleId>
              </a:tblPr>
              <a:tblGrid>
                <a:gridCol w="1692910">
                  <a:extLst>
                    <a:ext uri="{9D8B030D-6E8A-4147-A177-3AD203B41FA5}">
                      <a16:colId xmlns:a16="http://schemas.microsoft.com/office/drawing/2014/main" val="127040821"/>
                    </a:ext>
                  </a:extLst>
                </a:gridCol>
                <a:gridCol w="1692910">
                  <a:extLst>
                    <a:ext uri="{9D8B030D-6E8A-4147-A177-3AD203B41FA5}">
                      <a16:colId xmlns:a16="http://schemas.microsoft.com/office/drawing/2014/main" val="149845700"/>
                    </a:ext>
                  </a:extLst>
                </a:gridCol>
                <a:gridCol w="1692910">
                  <a:extLst>
                    <a:ext uri="{9D8B030D-6E8A-4147-A177-3AD203B41FA5}">
                      <a16:colId xmlns:a16="http://schemas.microsoft.com/office/drawing/2014/main" val="3119692462"/>
                    </a:ext>
                  </a:extLst>
                </a:gridCol>
                <a:gridCol w="1692910">
                  <a:extLst>
                    <a:ext uri="{9D8B030D-6E8A-4147-A177-3AD203B41FA5}">
                      <a16:colId xmlns:a16="http://schemas.microsoft.com/office/drawing/2014/main" val="3472639139"/>
                    </a:ext>
                  </a:extLst>
                </a:gridCol>
              </a:tblGrid>
              <a:tr h="586937">
                <a:tc>
                  <a:txBody>
                    <a:bodyPr/>
                    <a:lstStyle/>
                    <a:p>
                      <a:pPr algn="ctr"/>
                      <a:r>
                        <a:rPr lang="en-US" sz="1800" dirty="0"/>
                        <a:t>Metric</a:t>
                      </a:r>
                    </a:p>
                  </a:txBody>
                  <a:tcPr anchor="ctr"/>
                </a:tc>
                <a:tc>
                  <a:txBody>
                    <a:bodyPr/>
                    <a:lstStyle/>
                    <a:p>
                      <a:pPr algn="ctr"/>
                      <a:r>
                        <a:rPr lang="en-US" sz="1800" dirty="0"/>
                        <a:t>Measurement</a:t>
                      </a:r>
                    </a:p>
                  </a:txBody>
                  <a:tcPr anchor="ctr"/>
                </a:tc>
                <a:tc>
                  <a:txBody>
                    <a:bodyPr/>
                    <a:lstStyle/>
                    <a:p>
                      <a:pPr algn="ctr"/>
                      <a:r>
                        <a:rPr lang="en-US" sz="1800" dirty="0"/>
                        <a:t>Target</a:t>
                      </a:r>
                    </a:p>
                  </a:txBody>
                  <a:tcPr anchor="ctr"/>
                </a:tc>
                <a:tc>
                  <a:txBody>
                    <a:bodyPr/>
                    <a:lstStyle/>
                    <a:p>
                      <a:pPr algn="ctr"/>
                      <a:r>
                        <a:rPr lang="en-US" sz="1800" dirty="0"/>
                        <a:t>Actual</a:t>
                      </a:r>
                    </a:p>
                  </a:txBody>
                  <a:tcPr anchor="ctr"/>
                </a:tc>
                <a:extLst>
                  <a:ext uri="{0D108BD9-81ED-4DB2-BD59-A6C34878D82A}">
                    <a16:rowId xmlns:a16="http://schemas.microsoft.com/office/drawing/2014/main" val="3298013591"/>
                  </a:ext>
                </a:extLst>
              </a:tr>
              <a:tr h="612460">
                <a:tc>
                  <a:txBody>
                    <a:bodyPr/>
                    <a:lstStyle/>
                    <a:p>
                      <a:pPr algn="ctr"/>
                      <a:r>
                        <a:rPr lang="en-US" dirty="0"/>
                        <a:t>Audience attendance</a:t>
                      </a:r>
                    </a:p>
                  </a:txBody>
                  <a:tcPr anchor="ctr"/>
                </a:tc>
                <a:tc>
                  <a:txBody>
                    <a:bodyPr/>
                    <a:lstStyle/>
                    <a:p>
                      <a:pPr algn="ctr"/>
                      <a:r>
                        <a:rPr lang="en-US" dirty="0"/>
                        <a:t># of attendees</a:t>
                      </a:r>
                    </a:p>
                  </a:txBody>
                  <a:tcPr anchor="ctr"/>
                </a:tc>
                <a:tc>
                  <a:txBody>
                    <a:bodyPr/>
                    <a:lstStyle/>
                    <a:p>
                      <a:pPr algn="ctr"/>
                      <a:r>
                        <a:rPr lang="en-US" dirty="0"/>
                        <a:t>150</a:t>
                      </a:r>
                    </a:p>
                  </a:txBody>
                  <a:tcPr anchor="ctr"/>
                </a:tc>
                <a:tc>
                  <a:txBody>
                    <a:bodyPr/>
                    <a:lstStyle/>
                    <a:p>
                      <a:pPr algn="ctr"/>
                      <a:r>
                        <a:rPr lang="en-US" dirty="0"/>
                        <a:t>120</a:t>
                      </a:r>
                    </a:p>
                  </a:txBody>
                  <a:tcPr anchor="ctr"/>
                </a:tc>
                <a:extLst>
                  <a:ext uri="{0D108BD9-81ED-4DB2-BD59-A6C34878D82A}">
                    <a16:rowId xmlns:a16="http://schemas.microsoft.com/office/drawing/2014/main" val="3873867931"/>
                  </a:ext>
                </a:extLst>
              </a:tr>
              <a:tr h="612460">
                <a:tc>
                  <a:txBody>
                    <a:bodyPr/>
                    <a:lstStyle/>
                    <a:p>
                      <a:pPr algn="ctr"/>
                      <a:r>
                        <a:rPr lang="en-US" dirty="0"/>
                        <a:t>Engagement duration</a:t>
                      </a:r>
                    </a:p>
                  </a:txBody>
                  <a:tcPr anchor="ctr"/>
                </a:tc>
                <a:tc>
                  <a:txBody>
                    <a:bodyPr/>
                    <a:lstStyle/>
                    <a:p>
                      <a:pPr algn="ctr"/>
                      <a:r>
                        <a:rPr lang="en-US" dirty="0"/>
                        <a:t>Minutes</a:t>
                      </a:r>
                    </a:p>
                  </a:txBody>
                  <a:tcPr anchor="ctr"/>
                </a:tc>
                <a:tc>
                  <a:txBody>
                    <a:bodyPr/>
                    <a:lstStyle/>
                    <a:p>
                      <a:pPr algn="ctr"/>
                      <a:r>
                        <a:rPr lang="en-US" dirty="0"/>
                        <a:t>60</a:t>
                      </a:r>
                    </a:p>
                  </a:txBody>
                  <a:tcPr anchor="ctr"/>
                </a:tc>
                <a:tc>
                  <a:txBody>
                    <a:bodyPr/>
                    <a:lstStyle/>
                    <a:p>
                      <a:pPr algn="ctr"/>
                      <a:r>
                        <a:rPr lang="en-US" dirty="0"/>
                        <a:t>75</a:t>
                      </a:r>
                    </a:p>
                  </a:txBody>
                  <a:tcPr anchor="ctr"/>
                </a:tc>
                <a:extLst>
                  <a:ext uri="{0D108BD9-81ED-4DB2-BD59-A6C34878D82A}">
                    <a16:rowId xmlns:a16="http://schemas.microsoft.com/office/drawing/2014/main" val="85209771"/>
                  </a:ext>
                </a:extLst>
              </a:tr>
              <a:tr h="586937">
                <a:tc>
                  <a:txBody>
                    <a:bodyPr/>
                    <a:lstStyle/>
                    <a:p>
                      <a:pPr algn="ctr"/>
                      <a:r>
                        <a:rPr lang="en-US" dirty="0"/>
                        <a:t>Q&amp;A interaction</a:t>
                      </a:r>
                    </a:p>
                  </a:txBody>
                  <a:tcPr anchor="ctr"/>
                </a:tc>
                <a:tc>
                  <a:txBody>
                    <a:bodyPr/>
                    <a:lstStyle/>
                    <a:p>
                      <a:pPr algn="ctr"/>
                      <a:r>
                        <a:rPr lang="en-US" dirty="0"/>
                        <a:t># of questions</a:t>
                      </a:r>
                    </a:p>
                  </a:txBody>
                  <a:tcPr anchor="ctr"/>
                </a:tc>
                <a:tc>
                  <a:txBody>
                    <a:bodyPr/>
                    <a:lstStyle/>
                    <a:p>
                      <a:pPr algn="ctr"/>
                      <a:r>
                        <a:rPr lang="en-US" dirty="0"/>
                        <a:t>10</a:t>
                      </a:r>
                    </a:p>
                  </a:txBody>
                  <a:tcPr anchor="ctr"/>
                </a:tc>
                <a:tc>
                  <a:txBody>
                    <a:bodyPr/>
                    <a:lstStyle/>
                    <a:p>
                      <a:pPr algn="ctr"/>
                      <a:r>
                        <a:rPr lang="en-US" dirty="0"/>
                        <a:t>15</a:t>
                      </a:r>
                    </a:p>
                  </a:txBody>
                  <a:tcPr anchor="ctr"/>
                </a:tc>
                <a:extLst>
                  <a:ext uri="{0D108BD9-81ED-4DB2-BD59-A6C34878D82A}">
                    <a16:rowId xmlns:a16="http://schemas.microsoft.com/office/drawing/2014/main" val="4061031278"/>
                  </a:ext>
                </a:extLst>
              </a:tr>
              <a:tr h="612460">
                <a:tc>
                  <a:txBody>
                    <a:bodyPr/>
                    <a:lstStyle/>
                    <a:p>
                      <a:pPr algn="ctr"/>
                      <a:r>
                        <a:rPr lang="en-US" dirty="0"/>
                        <a:t>Positive feedback</a:t>
                      </a:r>
                    </a:p>
                  </a:txBody>
                  <a:tcPr anchor="ctr"/>
                </a:tc>
                <a:tc>
                  <a:txBody>
                    <a:bodyPr/>
                    <a:lstStyle/>
                    <a:p>
                      <a:pPr algn="ctr"/>
                      <a:r>
                        <a:rPr lang="en-US" dirty="0"/>
                        <a:t>Percentage (%)</a:t>
                      </a:r>
                    </a:p>
                  </a:txBody>
                  <a:tcPr anchor="ctr"/>
                </a:tc>
                <a:tc>
                  <a:txBody>
                    <a:bodyPr/>
                    <a:lstStyle/>
                    <a:p>
                      <a:pPr algn="ctr"/>
                      <a:r>
                        <a:rPr lang="en-US" dirty="0"/>
                        <a:t>90</a:t>
                      </a:r>
                    </a:p>
                  </a:txBody>
                  <a:tcPr anchor="ctr"/>
                </a:tc>
                <a:tc>
                  <a:txBody>
                    <a:bodyPr/>
                    <a:lstStyle/>
                    <a:p>
                      <a:pPr algn="ctr"/>
                      <a:r>
                        <a:rPr lang="en-US" dirty="0"/>
                        <a:t>95</a:t>
                      </a:r>
                    </a:p>
                  </a:txBody>
                  <a:tcPr anchor="ctr"/>
                </a:tc>
                <a:extLst>
                  <a:ext uri="{0D108BD9-81ED-4DB2-BD59-A6C34878D82A}">
                    <a16:rowId xmlns:a16="http://schemas.microsoft.com/office/drawing/2014/main" val="3591840781"/>
                  </a:ext>
                </a:extLst>
              </a:tr>
              <a:tr h="874943">
                <a:tc>
                  <a:txBody>
                    <a:bodyPr/>
                    <a:lstStyle/>
                    <a:p>
                      <a:pPr algn="ctr"/>
                      <a:r>
                        <a:rPr lang="en-US" dirty="0"/>
                        <a:t>Rate of information retention</a:t>
                      </a:r>
                    </a:p>
                  </a:txBody>
                  <a:tcPr anchor="ctr"/>
                </a:tc>
                <a:tc>
                  <a:txBody>
                    <a:bodyPr/>
                    <a:lstStyle/>
                    <a:p>
                      <a:pPr algn="ctr"/>
                      <a:r>
                        <a:rPr lang="en-US" dirty="0"/>
                        <a:t>Percentage (%)</a:t>
                      </a:r>
                    </a:p>
                  </a:txBody>
                  <a:tcPr anchor="ctr"/>
                </a:tc>
                <a:tc>
                  <a:txBody>
                    <a:bodyPr/>
                    <a:lstStyle/>
                    <a:p>
                      <a:pPr algn="ctr"/>
                      <a:r>
                        <a:rPr lang="en-US" dirty="0"/>
                        <a:t>80</a:t>
                      </a:r>
                    </a:p>
                  </a:txBody>
                  <a:tcPr anchor="ctr"/>
                </a:tc>
                <a:tc>
                  <a:txBody>
                    <a:bodyPr/>
                    <a:lstStyle/>
                    <a:p>
                      <a:pPr algn="ctr"/>
                      <a:r>
                        <a:rPr lang="en-US" dirty="0"/>
                        <a:t>85</a:t>
                      </a:r>
                    </a:p>
                  </a:txBody>
                  <a:tcPr anchor="ctr"/>
                </a:tc>
                <a:extLst>
                  <a:ext uri="{0D108BD9-81ED-4DB2-BD59-A6C34878D82A}">
                    <a16:rowId xmlns:a16="http://schemas.microsoft.com/office/drawing/2014/main" val="335389741"/>
                  </a:ext>
                </a:extLst>
              </a:tr>
            </a:tbl>
          </a:graphicData>
        </a:graphic>
      </p:graphicFrame>
    </p:spTree>
    <p:extLst>
      <p:ext uri="{BB962C8B-B14F-4D97-AF65-F5344CB8AC3E}">
        <p14:creationId xmlns:p14="http://schemas.microsoft.com/office/powerpoint/2010/main" val="907915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C00FF-6B42-7D84-7831-AACC4E189E93}"/>
              </a:ext>
            </a:extLst>
          </p:cNvPr>
          <p:cNvSpPr>
            <a:spLocks noGrp="1"/>
          </p:cNvSpPr>
          <p:nvPr>
            <p:ph type="title"/>
          </p:nvPr>
        </p:nvSpPr>
        <p:spPr>
          <a:xfrm>
            <a:off x="5549489" y="457199"/>
            <a:ext cx="5943599" cy="1920240"/>
          </a:xfrm>
        </p:spPr>
        <p:txBody>
          <a:bodyPr/>
          <a:lstStyle/>
          <a:p>
            <a:r>
              <a:rPr lang="en-US" dirty="0"/>
              <a:t>Final tips &amp; takeaways</a:t>
            </a:r>
          </a:p>
        </p:txBody>
      </p:sp>
      <p:sp>
        <p:nvSpPr>
          <p:cNvPr id="7" name="Content Placeholder 6">
            <a:extLst>
              <a:ext uri="{FF2B5EF4-FFF2-40B4-BE49-F238E27FC236}">
                <a16:creationId xmlns:a16="http://schemas.microsoft.com/office/drawing/2014/main" id="{CC7FC500-BBFB-3AA4-BEDE-038CB94FFF61}"/>
              </a:ext>
            </a:extLst>
          </p:cNvPr>
          <p:cNvSpPr>
            <a:spLocks noGrp="1" noChangeAspect="1"/>
          </p:cNvSpPr>
          <p:nvPr>
            <p:ph idx="17"/>
          </p:nvPr>
        </p:nvSpPr>
        <p:spPr>
          <a:xfrm>
            <a:off x="823108" y="640080"/>
            <a:ext cx="4297680" cy="4297680"/>
          </a:xfrm>
        </p:spPr>
        <p:txBody>
          <a:bodyPr/>
          <a:lstStyle/>
          <a:p>
            <a:r>
              <a:rPr lang="en-US" dirty="0"/>
              <a:t>Seek feedback</a:t>
            </a:r>
          </a:p>
          <a:p>
            <a:r>
              <a:rPr lang="en-US" dirty="0"/>
              <a:t>Reflect on performance</a:t>
            </a:r>
          </a:p>
          <a:p>
            <a:r>
              <a:rPr lang="en-US" dirty="0"/>
              <a:t>Explore new techniques</a:t>
            </a:r>
          </a:p>
          <a:p>
            <a:r>
              <a:rPr lang="en-US" dirty="0"/>
              <a:t>Set personal goals</a:t>
            </a:r>
          </a:p>
          <a:p>
            <a:r>
              <a:rPr lang="en-US" dirty="0"/>
              <a:t>Iterate and adapt</a:t>
            </a:r>
          </a:p>
        </p:txBody>
      </p:sp>
      <p:sp>
        <p:nvSpPr>
          <p:cNvPr id="4" name="Content Placeholder 3">
            <a:extLst>
              <a:ext uri="{FF2B5EF4-FFF2-40B4-BE49-F238E27FC236}">
                <a16:creationId xmlns:a16="http://schemas.microsoft.com/office/drawing/2014/main" id="{DE5C7B5A-A5C3-15D4-DF71-B692D28942FC}"/>
              </a:ext>
            </a:extLst>
          </p:cNvPr>
          <p:cNvSpPr>
            <a:spLocks noGrp="1"/>
          </p:cNvSpPr>
          <p:nvPr>
            <p:ph idx="15"/>
          </p:nvPr>
        </p:nvSpPr>
        <p:spPr>
          <a:xfrm>
            <a:off x="5549900" y="2706688"/>
            <a:ext cx="5943600" cy="3382962"/>
          </a:xfrm>
        </p:spPr>
        <p:txBody>
          <a:bodyPr>
            <a:normAutofit/>
          </a:bodyPr>
          <a:lstStyle/>
          <a:p>
            <a:r>
              <a:rPr lang="en-US" dirty="0"/>
              <a:t>Consistent rehearsal</a:t>
            </a:r>
          </a:p>
          <a:p>
            <a:pPr lvl="1"/>
            <a:r>
              <a:rPr lang="en-US" dirty="0"/>
              <a:t>Strengthen your familiarity</a:t>
            </a:r>
          </a:p>
          <a:p>
            <a:r>
              <a:rPr lang="en-US" dirty="0"/>
              <a:t>Refine delivery style</a:t>
            </a:r>
          </a:p>
          <a:p>
            <a:pPr lvl="1"/>
            <a:r>
              <a:rPr lang="en-US" dirty="0"/>
              <a:t>Pacing, tone, and emphasis</a:t>
            </a:r>
          </a:p>
          <a:p>
            <a:r>
              <a:rPr lang="en-US" dirty="0"/>
              <a:t>Timing and transitions</a:t>
            </a:r>
          </a:p>
          <a:p>
            <a:pPr lvl="1"/>
            <a:r>
              <a:rPr lang="en-US" dirty="0"/>
              <a:t>Aim for seamless, professional delivery</a:t>
            </a:r>
          </a:p>
          <a:p>
            <a:r>
              <a:rPr lang="en-US" dirty="0"/>
              <a:t>Practice audience</a:t>
            </a:r>
          </a:p>
          <a:p>
            <a:pPr lvl="1"/>
            <a:r>
              <a:rPr lang="en-US" dirty="0"/>
              <a:t>Enlist colleagues to listen &amp; provide feedback</a:t>
            </a:r>
          </a:p>
          <a:p>
            <a:pPr lvl="1"/>
            <a:endParaRPr lang="en-US" dirty="0"/>
          </a:p>
          <a:p>
            <a:endParaRPr lang="en-US" dirty="0"/>
          </a:p>
        </p:txBody>
      </p:sp>
    </p:spTree>
    <p:extLst>
      <p:ext uri="{BB962C8B-B14F-4D97-AF65-F5344CB8AC3E}">
        <p14:creationId xmlns:p14="http://schemas.microsoft.com/office/powerpoint/2010/main" val="853261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0786E-306F-FA21-4F87-81A032C68696}"/>
              </a:ext>
            </a:extLst>
          </p:cNvPr>
          <p:cNvSpPr>
            <a:spLocks noGrp="1"/>
          </p:cNvSpPr>
          <p:nvPr>
            <p:ph type="title"/>
          </p:nvPr>
        </p:nvSpPr>
        <p:spPr>
          <a:xfrm>
            <a:off x="1167492" y="136526"/>
            <a:ext cx="9779183" cy="1570038"/>
          </a:xfrm>
        </p:spPr>
        <p:txBody>
          <a:bodyPr/>
          <a:lstStyle/>
          <a:p>
            <a:r>
              <a:rPr lang="en-US" dirty="0"/>
              <a:t>Speaking engagement metrics</a:t>
            </a:r>
          </a:p>
        </p:txBody>
      </p:sp>
      <p:graphicFrame>
        <p:nvGraphicFramePr>
          <p:cNvPr id="4" name="Table Placeholder 3">
            <a:extLst>
              <a:ext uri="{FF2B5EF4-FFF2-40B4-BE49-F238E27FC236}">
                <a16:creationId xmlns:a16="http://schemas.microsoft.com/office/drawing/2014/main" id="{E45D850A-4F58-6F54-953E-5ADC96B2EEB5}"/>
              </a:ext>
            </a:extLst>
          </p:cNvPr>
          <p:cNvGraphicFramePr>
            <a:graphicFrameLocks noGrp="1"/>
          </p:cNvGraphicFramePr>
          <p:nvPr>
            <p:ph idx="1"/>
            <p:extLst>
              <p:ext uri="{D42A27DB-BD31-4B8C-83A1-F6EECF244321}">
                <p14:modId xmlns:p14="http://schemas.microsoft.com/office/powerpoint/2010/main" val="4104320616"/>
              </p:ext>
            </p:extLst>
          </p:nvPr>
        </p:nvGraphicFramePr>
        <p:xfrm>
          <a:off x="1166813" y="2084388"/>
          <a:ext cx="9821228" cy="3886200"/>
        </p:xfrm>
        <a:graphic>
          <a:graphicData uri="http://schemas.openxmlformats.org/drawingml/2006/table">
            <a:tbl>
              <a:tblPr firstRow="1" bandRow="1">
                <a:tableStyleId>{69012ECD-51FC-41F1-AA8D-1B2483CD663E}</a:tableStyleId>
              </a:tblPr>
              <a:tblGrid>
                <a:gridCol w="2455307">
                  <a:extLst>
                    <a:ext uri="{9D8B030D-6E8A-4147-A177-3AD203B41FA5}">
                      <a16:colId xmlns:a16="http://schemas.microsoft.com/office/drawing/2014/main" val="2382218087"/>
                    </a:ext>
                  </a:extLst>
                </a:gridCol>
                <a:gridCol w="2455307">
                  <a:extLst>
                    <a:ext uri="{9D8B030D-6E8A-4147-A177-3AD203B41FA5}">
                      <a16:colId xmlns:a16="http://schemas.microsoft.com/office/drawing/2014/main" val="3953468724"/>
                    </a:ext>
                  </a:extLst>
                </a:gridCol>
                <a:gridCol w="2455307">
                  <a:extLst>
                    <a:ext uri="{9D8B030D-6E8A-4147-A177-3AD203B41FA5}">
                      <a16:colId xmlns:a16="http://schemas.microsoft.com/office/drawing/2014/main" val="4277526474"/>
                    </a:ext>
                  </a:extLst>
                </a:gridCol>
                <a:gridCol w="2455307">
                  <a:extLst>
                    <a:ext uri="{9D8B030D-6E8A-4147-A177-3AD203B41FA5}">
                      <a16:colId xmlns:a16="http://schemas.microsoft.com/office/drawing/2014/main" val="2438884888"/>
                    </a:ext>
                  </a:extLst>
                </a:gridCol>
              </a:tblGrid>
              <a:tr h="647700">
                <a:tc>
                  <a:txBody>
                    <a:bodyPr/>
                    <a:lstStyle/>
                    <a:p>
                      <a:pPr algn="ctr"/>
                      <a:r>
                        <a:rPr lang="en-US" sz="1800" dirty="0"/>
                        <a:t>Impact factor</a:t>
                      </a:r>
                    </a:p>
                  </a:txBody>
                  <a:tcPr anchor="ctr"/>
                </a:tc>
                <a:tc>
                  <a:txBody>
                    <a:bodyPr/>
                    <a:lstStyle/>
                    <a:p>
                      <a:pPr algn="ctr"/>
                      <a:r>
                        <a:rPr lang="en-US" sz="1800" dirty="0"/>
                        <a:t>Measurement</a:t>
                      </a:r>
                    </a:p>
                  </a:txBody>
                  <a:tcPr anchor="ctr"/>
                </a:tc>
                <a:tc>
                  <a:txBody>
                    <a:bodyPr/>
                    <a:lstStyle/>
                    <a:p>
                      <a:pPr algn="ctr"/>
                      <a:r>
                        <a:rPr lang="en-US" sz="1800" dirty="0"/>
                        <a:t>Target</a:t>
                      </a:r>
                    </a:p>
                  </a:txBody>
                  <a:tcPr anchor="ctr"/>
                </a:tc>
                <a:tc>
                  <a:txBody>
                    <a:bodyPr/>
                    <a:lstStyle/>
                    <a:p>
                      <a:pPr algn="ctr"/>
                      <a:r>
                        <a:rPr lang="en-US" sz="1800" dirty="0"/>
                        <a:t>Achieved</a:t>
                      </a:r>
                    </a:p>
                  </a:txBody>
                  <a:tcPr anchor="ctr"/>
                </a:tc>
                <a:extLst>
                  <a:ext uri="{0D108BD9-81ED-4DB2-BD59-A6C34878D82A}">
                    <a16:rowId xmlns:a16="http://schemas.microsoft.com/office/drawing/2014/main" val="2857107962"/>
                  </a:ext>
                </a:extLst>
              </a:tr>
              <a:tr h="647700">
                <a:tc>
                  <a:txBody>
                    <a:bodyPr/>
                    <a:lstStyle/>
                    <a:p>
                      <a:pPr algn="ctr"/>
                      <a:r>
                        <a:rPr lang="en-US" dirty="0"/>
                        <a:t>Audience interaction</a:t>
                      </a:r>
                    </a:p>
                  </a:txBody>
                  <a:tcPr anchor="ctr"/>
                </a:tc>
                <a:tc>
                  <a:txBody>
                    <a:bodyPr/>
                    <a:lstStyle/>
                    <a:p>
                      <a:pPr algn="ctr"/>
                      <a:r>
                        <a:rPr lang="en-US" dirty="0"/>
                        <a:t>Percentage (%)</a:t>
                      </a:r>
                    </a:p>
                  </a:txBody>
                  <a:tcPr anchor="ctr"/>
                </a:tc>
                <a:tc>
                  <a:txBody>
                    <a:bodyPr/>
                    <a:lstStyle/>
                    <a:p>
                      <a:pPr algn="ctr"/>
                      <a:r>
                        <a:rPr lang="en-US" dirty="0"/>
                        <a:t>85</a:t>
                      </a:r>
                    </a:p>
                  </a:txBody>
                  <a:tcPr anchor="ctr"/>
                </a:tc>
                <a:tc>
                  <a:txBody>
                    <a:bodyPr/>
                    <a:lstStyle/>
                    <a:p>
                      <a:pPr algn="ctr"/>
                      <a:r>
                        <a:rPr lang="en-US" dirty="0"/>
                        <a:t>88</a:t>
                      </a:r>
                    </a:p>
                  </a:txBody>
                  <a:tcPr anchor="ctr"/>
                </a:tc>
                <a:extLst>
                  <a:ext uri="{0D108BD9-81ED-4DB2-BD59-A6C34878D82A}">
                    <a16:rowId xmlns:a16="http://schemas.microsoft.com/office/drawing/2014/main" val="1671386868"/>
                  </a:ext>
                </a:extLst>
              </a:tr>
              <a:tr h="647700">
                <a:tc>
                  <a:txBody>
                    <a:bodyPr/>
                    <a:lstStyle/>
                    <a:p>
                      <a:pPr algn="ctr"/>
                      <a:r>
                        <a:rPr lang="en-US" dirty="0"/>
                        <a:t>Knowledge retention</a:t>
                      </a:r>
                    </a:p>
                  </a:txBody>
                  <a:tcPr anchor="ctr"/>
                </a:tc>
                <a:tc>
                  <a:txBody>
                    <a:bodyPr/>
                    <a:lstStyle/>
                    <a:p>
                      <a:pPr algn="ctr"/>
                      <a:r>
                        <a:rPr lang="en-US" dirty="0"/>
                        <a:t>Percentage (%)</a:t>
                      </a:r>
                    </a:p>
                  </a:txBody>
                  <a:tcPr anchor="ctr"/>
                </a:tc>
                <a:tc>
                  <a:txBody>
                    <a:bodyPr/>
                    <a:lstStyle/>
                    <a:p>
                      <a:pPr algn="ctr"/>
                      <a:r>
                        <a:rPr lang="en-US" dirty="0"/>
                        <a:t>75</a:t>
                      </a:r>
                    </a:p>
                  </a:txBody>
                  <a:tcPr anchor="ctr"/>
                </a:tc>
                <a:tc>
                  <a:txBody>
                    <a:bodyPr/>
                    <a:lstStyle/>
                    <a:p>
                      <a:pPr algn="ctr"/>
                      <a:r>
                        <a:rPr lang="en-US" dirty="0"/>
                        <a:t>80</a:t>
                      </a:r>
                    </a:p>
                  </a:txBody>
                  <a:tcPr anchor="ctr"/>
                </a:tc>
                <a:extLst>
                  <a:ext uri="{0D108BD9-81ED-4DB2-BD59-A6C34878D82A}">
                    <a16:rowId xmlns:a16="http://schemas.microsoft.com/office/drawing/2014/main" val="380626418"/>
                  </a:ext>
                </a:extLst>
              </a:tr>
              <a:tr h="647700">
                <a:tc>
                  <a:txBody>
                    <a:bodyPr/>
                    <a:lstStyle/>
                    <a:p>
                      <a:pPr algn="ctr"/>
                      <a:r>
                        <a:rPr lang="en-US" dirty="0"/>
                        <a:t>Post-presentation surveys</a:t>
                      </a:r>
                    </a:p>
                  </a:txBody>
                  <a:tcPr anchor="ctr"/>
                </a:tc>
                <a:tc>
                  <a:txBody>
                    <a:bodyPr/>
                    <a:lstStyle/>
                    <a:p>
                      <a:pPr algn="ctr"/>
                      <a:r>
                        <a:rPr lang="en-US" dirty="0"/>
                        <a:t>Average rating</a:t>
                      </a:r>
                    </a:p>
                  </a:txBody>
                  <a:tcPr anchor="ctr"/>
                </a:tc>
                <a:tc>
                  <a:txBody>
                    <a:bodyPr/>
                    <a:lstStyle/>
                    <a:p>
                      <a:pPr algn="ctr"/>
                      <a:r>
                        <a:rPr lang="en-US" dirty="0"/>
                        <a:t>4.2</a:t>
                      </a:r>
                    </a:p>
                  </a:txBody>
                  <a:tcPr anchor="ctr"/>
                </a:tc>
                <a:tc>
                  <a:txBody>
                    <a:bodyPr/>
                    <a:lstStyle/>
                    <a:p>
                      <a:pPr algn="ctr"/>
                      <a:r>
                        <a:rPr lang="en-US" dirty="0"/>
                        <a:t>4.5</a:t>
                      </a:r>
                    </a:p>
                  </a:txBody>
                  <a:tcPr anchor="ctr"/>
                </a:tc>
                <a:extLst>
                  <a:ext uri="{0D108BD9-81ED-4DB2-BD59-A6C34878D82A}">
                    <a16:rowId xmlns:a16="http://schemas.microsoft.com/office/drawing/2014/main" val="2132482967"/>
                  </a:ext>
                </a:extLst>
              </a:tr>
              <a:tr h="647700">
                <a:tc>
                  <a:txBody>
                    <a:bodyPr/>
                    <a:lstStyle/>
                    <a:p>
                      <a:pPr algn="ctr"/>
                      <a:r>
                        <a:rPr lang="en-US" dirty="0"/>
                        <a:t>Referral rate</a:t>
                      </a:r>
                    </a:p>
                  </a:txBody>
                  <a:tcPr anchor="ctr"/>
                </a:tc>
                <a:tc>
                  <a:txBody>
                    <a:bodyPr/>
                    <a:lstStyle/>
                    <a:p>
                      <a:pPr algn="ctr"/>
                      <a:r>
                        <a:rPr lang="en-US" dirty="0"/>
                        <a:t>Percentage (%)</a:t>
                      </a:r>
                    </a:p>
                  </a:txBody>
                  <a:tcPr anchor="ctr"/>
                </a:tc>
                <a:tc>
                  <a:txBody>
                    <a:bodyPr/>
                    <a:lstStyle/>
                    <a:p>
                      <a:pPr algn="ctr"/>
                      <a:r>
                        <a:rPr lang="en-US" dirty="0"/>
                        <a:t>10</a:t>
                      </a:r>
                    </a:p>
                  </a:txBody>
                  <a:tcPr anchor="ctr"/>
                </a:tc>
                <a:tc>
                  <a:txBody>
                    <a:bodyPr/>
                    <a:lstStyle/>
                    <a:p>
                      <a:pPr algn="ctr"/>
                      <a:r>
                        <a:rPr lang="en-US" dirty="0"/>
                        <a:t>12</a:t>
                      </a:r>
                    </a:p>
                  </a:txBody>
                  <a:tcPr anchor="ctr"/>
                </a:tc>
                <a:extLst>
                  <a:ext uri="{0D108BD9-81ED-4DB2-BD59-A6C34878D82A}">
                    <a16:rowId xmlns:a16="http://schemas.microsoft.com/office/drawing/2014/main" val="3936251906"/>
                  </a:ext>
                </a:extLst>
              </a:tr>
              <a:tr h="647700">
                <a:tc>
                  <a:txBody>
                    <a:bodyPr/>
                    <a:lstStyle/>
                    <a:p>
                      <a:pPr algn="ctr"/>
                      <a:r>
                        <a:rPr lang="en-US" dirty="0"/>
                        <a:t>Collaboration opportunities</a:t>
                      </a:r>
                    </a:p>
                  </a:txBody>
                  <a:tcPr anchor="ctr"/>
                </a:tc>
                <a:tc>
                  <a:txBody>
                    <a:bodyPr/>
                    <a:lstStyle/>
                    <a:p>
                      <a:pPr algn="ctr"/>
                      <a:r>
                        <a:rPr lang="en-US" dirty="0"/>
                        <a:t># of opportunities</a:t>
                      </a:r>
                    </a:p>
                  </a:txBody>
                  <a:tcPr anchor="ctr"/>
                </a:tc>
                <a:tc>
                  <a:txBody>
                    <a:bodyPr/>
                    <a:lstStyle/>
                    <a:p>
                      <a:pPr algn="ctr"/>
                      <a:r>
                        <a:rPr lang="en-US" dirty="0"/>
                        <a:t>8</a:t>
                      </a:r>
                    </a:p>
                  </a:txBody>
                  <a:tcPr anchor="ctr"/>
                </a:tc>
                <a:tc>
                  <a:txBody>
                    <a:bodyPr/>
                    <a:lstStyle/>
                    <a:p>
                      <a:pPr algn="ctr"/>
                      <a:r>
                        <a:rPr lang="en-US" dirty="0"/>
                        <a:t>10</a:t>
                      </a:r>
                    </a:p>
                  </a:txBody>
                  <a:tcPr anchor="ctr"/>
                </a:tc>
                <a:extLst>
                  <a:ext uri="{0D108BD9-81ED-4DB2-BD59-A6C34878D82A}">
                    <a16:rowId xmlns:a16="http://schemas.microsoft.com/office/drawing/2014/main" val="568537164"/>
                  </a:ext>
                </a:extLst>
              </a:tr>
            </a:tbl>
          </a:graphicData>
        </a:graphic>
      </p:graphicFrame>
    </p:spTree>
    <p:extLst>
      <p:ext uri="{BB962C8B-B14F-4D97-AF65-F5344CB8AC3E}">
        <p14:creationId xmlns:p14="http://schemas.microsoft.com/office/powerpoint/2010/main" val="1678163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a:lstStyle/>
          <a:p>
            <a:r>
              <a:rPr lang="en-US" dirty="0"/>
              <a:t>Thank you</a:t>
            </a:r>
          </a:p>
        </p:txBody>
      </p:sp>
      <p:sp>
        <p:nvSpPr>
          <p:cNvPr id="5" name="Subtitle 4">
            <a:extLst>
              <a:ext uri="{FF2B5EF4-FFF2-40B4-BE49-F238E27FC236}">
                <a16:creationId xmlns:a16="http://schemas.microsoft.com/office/drawing/2014/main" id="{67BB04B7-47A4-741B-59E0-F0E6F2126E8F}"/>
              </a:ext>
            </a:extLst>
          </p:cNvPr>
          <p:cNvSpPr>
            <a:spLocks noGrp="1"/>
          </p:cNvSpPr>
          <p:nvPr>
            <p:ph type="subTitle" idx="1"/>
          </p:nvPr>
        </p:nvSpPr>
        <p:spPr>
          <a:xfrm>
            <a:off x="1167493" y="3685939"/>
            <a:ext cx="6220277" cy="2919512"/>
          </a:xfrm>
        </p:spPr>
        <p:txBody>
          <a:bodyPr/>
          <a:lstStyle/>
          <a:p>
            <a:r>
              <a:rPr lang="en-US" dirty="0"/>
              <a:t>Brita Tamm</a:t>
            </a:r>
          </a:p>
          <a:p>
            <a:r>
              <a:rPr lang="en-US" dirty="0"/>
              <a:t>502-555-0152</a:t>
            </a:r>
          </a:p>
          <a:p>
            <a:r>
              <a:rPr lang="en-US" dirty="0"/>
              <a:t>brita@firstupconsultants.com</a:t>
            </a:r>
          </a:p>
          <a:p>
            <a:r>
              <a:rPr lang="en-US" dirty="0"/>
              <a:t>www.firstupconsultants.com</a:t>
            </a:r>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3.xml><?xml version="1.0" encoding="utf-8"?>
<ds:datastoreItem xmlns:ds="http://schemas.openxmlformats.org/officeDocument/2006/customXml" ds:itemID="{61E98C35-9ECE-4425-BCBA-00E118C705CE}">
  <ds:schemaRefs>
    <ds:schemaRef ds:uri="http://purl.org/dc/terms/"/>
    <ds:schemaRef ds:uri="71af3243-3dd4-4a8d-8c0d-dd76da1f02a5"/>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230e9df3-be65-4c73-a93b-d1236ebd677e"/>
    <ds:schemaRef ds:uri="http://schemas.microsoft.com/sharepoint/v3"/>
    <ds:schemaRef ds:uri="http://purl.org/dc/elements/1.1/"/>
    <ds:schemaRef ds:uri="16c05727-aa75-4e4a-9b5f-8a80a1165891"/>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{A76C4E48-9554-412F-ABCC-F176B5D46E45}TF0e83fa2d-9a66-4e5e-9e82-acc620be7a498e277179_win32-f234380521c6</Template>
  <TotalTime>207</TotalTime>
  <Words>738</Words>
  <Application>Microsoft Office PowerPoint</Application>
  <PresentationFormat>Widescreen</PresentationFormat>
  <Paragraphs>144</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Tenorite</vt:lpstr>
      <vt:lpstr>Custom</vt:lpstr>
      <vt:lpstr>מפגש שלישי מנטורים.</vt:lpstr>
      <vt:lpstr>סדר יום</vt:lpstr>
      <vt:lpstr>PowerPoint Presentation</vt:lpstr>
      <vt:lpstr>הקשבה</vt:lpstr>
      <vt:lpstr>PowerPoint Presentation</vt:lpstr>
      <vt:lpstr>רמה ראשונה של הקשבה</vt:lpstr>
      <vt:lpstr>PowerPoint Presentation</vt:lpstr>
      <vt:lpstr>רמה שנייה של הקשבה</vt:lpstr>
      <vt:lpstr>PowerPoint Presentation</vt:lpstr>
      <vt:lpstr>רמה שלישית של הקשבה</vt:lpstr>
      <vt:lpstr>PowerPoint Presentation</vt:lpstr>
      <vt:lpstr>רמה רביעית של הקשבה</vt:lpstr>
      <vt:lpstr>Engaging the audience</vt:lpstr>
      <vt:lpstr>Effective delivery techniques</vt:lpstr>
      <vt:lpstr>Navigating Q&amp;A sessions</vt:lpstr>
      <vt:lpstr>Speaking impact </vt:lpstr>
      <vt:lpstr>Dynamic delivery</vt:lpstr>
      <vt:lpstr>Final tips &amp; takeaways</vt:lpstr>
      <vt:lpstr>Speaking engagement metrics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Shlomit Kislev</dc:creator>
  <cp:lastModifiedBy>Shlomit Kislev</cp:lastModifiedBy>
  <cp:revision>1</cp:revision>
  <dcterms:created xsi:type="dcterms:W3CDTF">2025-10-28T06:54:16Z</dcterms:created>
  <dcterms:modified xsi:type="dcterms:W3CDTF">2025-10-30T06:47:46Z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b5194bbc-032f-47bb-9abc-b93ce9e451bf_Enabled">
    <vt:lpwstr>true</vt:lpwstr>
  </property>
  <property fmtid="{D5CDD505-2E9C-101B-9397-08002B2CF9AE}" pid="4" name="MSIP_Label_b5194bbc-032f-47bb-9abc-b93ce9e451bf_SetDate">
    <vt:lpwstr>2025-10-28T07:28:47Z</vt:lpwstr>
  </property>
  <property fmtid="{D5CDD505-2E9C-101B-9397-08002B2CF9AE}" pid="5" name="MSIP_Label_b5194bbc-032f-47bb-9abc-b93ce9e451bf_Method">
    <vt:lpwstr>Standard</vt:lpwstr>
  </property>
  <property fmtid="{D5CDD505-2E9C-101B-9397-08002B2CF9AE}" pid="6" name="MSIP_Label_b5194bbc-032f-47bb-9abc-b93ce9e451bf_Name">
    <vt:lpwstr>defa4170-0d19-0005-0004-bc88714345d2</vt:lpwstr>
  </property>
  <property fmtid="{D5CDD505-2E9C-101B-9397-08002B2CF9AE}" pid="7" name="MSIP_Label_b5194bbc-032f-47bb-9abc-b93ce9e451bf_SiteId">
    <vt:lpwstr>89549929-c3f4-4716-8ef4-0b2d475c2d50</vt:lpwstr>
  </property>
  <property fmtid="{D5CDD505-2E9C-101B-9397-08002B2CF9AE}" pid="8" name="MSIP_Label_b5194bbc-032f-47bb-9abc-b93ce9e451bf_ActionId">
    <vt:lpwstr>388da48d-ff07-423d-b71c-68f51f073e62</vt:lpwstr>
  </property>
  <property fmtid="{D5CDD505-2E9C-101B-9397-08002B2CF9AE}" pid="9" name="MSIP_Label_b5194bbc-032f-47bb-9abc-b93ce9e451bf_ContentBits">
    <vt:lpwstr>0</vt:lpwstr>
  </property>
  <property fmtid="{D5CDD505-2E9C-101B-9397-08002B2CF9AE}" pid="10" name="MSIP_Label_b5194bbc-032f-47bb-9abc-b93ce9e451bf_Tag">
    <vt:lpwstr>10, 3, 0, 1</vt:lpwstr>
  </property>
</Properties>
</file>