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2" r:id="rId5"/>
    <p:sldMasterId id="2147483673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y="6858000" cx="12188825"/>
  <p:notesSz cx="6858000" cy="9144000"/>
  <p:embeddedFontLst>
    <p:embeddedFont>
      <p:font typeface="Play"/>
      <p:regular r:id="rId28"/>
      <p:bold r:id="rId29"/>
    </p:embeddedFont>
    <p:embeddedFont>
      <p:font typeface="Century Gothic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3839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{2D200454-40CA-4A62-9FC3-DE9A4176ACB9}">
      <p15:notes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87120CC-3DE5-4602-8765-82C96D4727F0}">
  <a:tblStyle styleId="{187120CC-3DE5-4602-8765-82C96D4727F0}" styleName="Table_0">
    <a:wholeTbl>
      <a:tcTxStyle b="off" i="off">
        <a:font>
          <a:latin typeface="Century Gothic"/>
          <a:ea typeface="Century Gothic"/>
          <a:cs typeface="Century Gothic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9EF"/>
          </a:solidFill>
        </a:fill>
      </a:tcStyle>
    </a:wholeTbl>
    <a:band1H>
      <a:tcTxStyle/>
      <a:tcStyle>
        <a:fill>
          <a:solidFill>
            <a:srgbClr val="CFD0DD"/>
          </a:solidFill>
        </a:fill>
      </a:tcStyle>
    </a:band1H>
    <a:band2H>
      <a:tcTxStyle/>
    </a:band2H>
    <a:band1V>
      <a:tcTxStyle/>
      <a:tcStyle>
        <a:fill>
          <a:solidFill>
            <a:srgbClr val="CFD0DD"/>
          </a:solidFill>
        </a:fill>
      </a:tcStyle>
    </a:band1V>
    <a:band2V>
      <a:tcTxStyle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508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E8E9EF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fill>
          <a:solidFill>
            <a:schemeClr val="accent6"/>
          </a:solidFill>
        </a:fill>
      </a:tcStyle>
    </a:firstRow>
    <a:neCell>
      <a:tcTxStyle/>
    </a:neCell>
    <a:nwCell>
      <a:tcTxStyle/>
    </a:nwCell>
  </a:tblStyle>
  <a:tblStyle styleId="{7EFC5945-94BE-48EC-BB4B-2E4131FFCB4A}" styleName="Table_1">
    <a:wholeTbl>
      <a:tcTxStyle b="off" i="off">
        <a:font>
          <a:latin typeface="Century Gothic"/>
          <a:ea typeface="Century Gothic"/>
          <a:cs typeface="Century Gothic"/>
        </a:font>
        <a:schemeClr val="lt1"/>
      </a:tcTxStyle>
      <a:tcStyle>
        <a:tcBdr>
          <a:left>
            <a:ln cap="flat" cmpd="sng" w="9525">
              <a:solidFill>
                <a:srgbClr val="C7DAE4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C7DAE4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C7DAE4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C7DAE4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fill>
          <a:solidFill>
            <a:schemeClr val="lt1">
              <a:alpha val="20000"/>
            </a:schemeClr>
          </a:solidFill>
        </a:fill>
      </a:tcStyle>
    </a:band1H>
    <a:band2H>
      <a:tcTxStyle/>
    </a:band2H>
    <a:band1V>
      <a:tcTxStyle/>
      <a:tcStyle>
        <a:fill>
          <a:solidFill>
            <a:schemeClr val="lt1">
              <a:alpha val="20000"/>
            </a:schemeClr>
          </a:solidFill>
        </a:fill>
      </a:tcStyle>
    </a:band1V>
    <a:band2V>
      <a:tcTxStyle/>
    </a:band2V>
    <a:lastCol>
      <a:tcTxStyle b="on" i="off"/>
      <a:tcStyle>
        <a:tcBdr>
          <a:left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</a:tcBdr>
      </a:tcStyle>
    </a:lastCol>
    <a:firstCol>
      <a:tcTxStyle b="on" i="off"/>
      <a:tcStyle>
        <a:tcBdr>
          <a:right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</a:tcBdr>
      </a:tcStyle>
    </a:firstCol>
    <a:lastRow>
      <a:tcTxStyle b="on" i="off"/>
      <a:tcStyle>
        <a:tcBdr>
          <a:top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</a:tcBdr>
      </a:tcStyle>
    </a:seCell>
    <a:swCell>
      <a:tcTxStyle/>
      <a:tcStyle>
        <a:tcBdr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</a:tcBdr>
      </a:tcStyle>
    </a:swCell>
    <a:firstRow>
      <a:tcTxStyle b="on" i="off"/>
      <a:tcStyle>
        <a:tcBdr>
          <a:bottom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</a:tcBdr>
      </a:tcStyle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839"/>
        <p:guide pos="2160" orient="horz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font" Target="fonts/Play-regular.fntdata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Play-bold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CenturyGothic-bold.fntdata"/><Relationship Id="rId30" Type="http://schemas.openxmlformats.org/officeDocument/2006/relationships/font" Target="fonts/CenturyGothic-regular.fntdata"/><Relationship Id="rId11" Type="http://schemas.openxmlformats.org/officeDocument/2006/relationships/slide" Target="slides/slide4.xml"/><Relationship Id="rId33" Type="http://schemas.openxmlformats.org/officeDocument/2006/relationships/font" Target="fonts/CenturyGothic-boldItalic.fntdata"/><Relationship Id="rId10" Type="http://schemas.openxmlformats.org/officeDocument/2006/relationships/slide" Target="slides/slide3.xml"/><Relationship Id="rId32" Type="http://schemas.openxmlformats.org/officeDocument/2006/relationships/font" Target="fonts/CenturyGothic-italic.fnt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iw-IL" sz="12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200" u="none" cap="none" strike="noStrike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ocs.google.com/document/d/1yqtiqlcuBgJDDVHGa0TPCkwzyK7x8DDzaMgJ9LAbqEA/edit?tab=t.0#heading=h.pbtlu9pvt4r0" TargetMode="Externa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ocs.google.com/document/d/1yqtiqlcuBgJDDVHGa0TPCkwzyK7x8DDzaMgJ9LAbqEA/edit?tab=t.0#heading=h.pbtlu9pvt4r0" TargetMode="Externa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ocs.google.com/document/d/1yqtiqlcuBgJDDVHGa0TPCkwzyK7x8DDzaMgJ9LAbqEA/edit?tab=t.0#heading=h.pbtlu9pvt4r0" TargetMode="Externa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ocs.google.com/document/d/1yqtiqlcuBgJDDVHGa0TPCkwzyK7x8DDzaMgJ9LAbqEA/edit?tab=t.0#heading=h.pbtlu9pvt4r0" TargetMode="Externa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b8fa86b658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g3b8fa86b658_0_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5" name="Google Shape;31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c754dde8de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g3c754dde8de_0_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c74ae5e857_0_1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-IL"/>
              <a:t>מפת ההתמצאות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-IL" u="sng">
                <a:solidFill>
                  <a:schemeClr val="hlink"/>
                </a:solidFill>
                <a:hlinkClick r:id="rId2"/>
              </a:rPr>
              <a:t>https://docs.google.com/document/d/1yqtiqlcuBgJDDVHGa0TPCkwzyK7x8DDzaMgJ9LAbqEA/edit?tab=t.0#heading=h.pbtlu9pvt4r0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g3c74ae5e857_0_124:notes"/>
          <p:cNvSpPr/>
          <p:nvPr>
            <p:ph idx="2" type="sldImg"/>
          </p:nvPr>
        </p:nvSpPr>
        <p:spPr>
          <a:xfrm>
            <a:off x="686514" y="1143000"/>
            <a:ext cx="54849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c74ae5e857_0_1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-IL"/>
              <a:t>מפת ההתמצאות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-IL" u="sng">
                <a:solidFill>
                  <a:schemeClr val="hlink"/>
                </a:solidFill>
                <a:hlinkClick r:id="rId2"/>
              </a:rPr>
              <a:t>https://docs.google.com/document/d/1yqtiqlcuBgJDDVHGa0TPCkwzyK7x8DDzaMgJ9LAbqEA/edit?tab=t.0#heading=h.pbtlu9pvt4r0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g3c74ae5e857_0_128:notes"/>
          <p:cNvSpPr/>
          <p:nvPr>
            <p:ph idx="2" type="sldImg"/>
          </p:nvPr>
        </p:nvSpPr>
        <p:spPr>
          <a:xfrm>
            <a:off x="686514" y="1143000"/>
            <a:ext cx="54849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c74ae5e857_0_1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-IL"/>
              <a:t>מפת ההתמצאות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-IL" u="sng">
                <a:solidFill>
                  <a:schemeClr val="hlink"/>
                </a:solidFill>
                <a:hlinkClick r:id="rId2"/>
              </a:rPr>
              <a:t>https://docs.google.com/document/d/1yqtiqlcuBgJDDVHGa0TPCkwzyK7x8DDzaMgJ9LAbqEA/edit?tab=t.0#heading=h.pbtlu9pvt4r0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g3c74ae5e857_0_135:notes"/>
          <p:cNvSpPr/>
          <p:nvPr>
            <p:ph idx="2" type="sldImg"/>
          </p:nvPr>
        </p:nvSpPr>
        <p:spPr>
          <a:xfrm>
            <a:off x="686514" y="1143000"/>
            <a:ext cx="54849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c74ae5e857_0_1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g3c74ae5e857_0_141:notes"/>
          <p:cNvSpPr/>
          <p:nvPr>
            <p:ph idx="2" type="sldImg"/>
          </p:nvPr>
        </p:nvSpPr>
        <p:spPr>
          <a:xfrm>
            <a:off x="686514" y="1143000"/>
            <a:ext cx="54849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c74ae5e857_0_1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-IL"/>
              <a:t>מפת ההתמצאות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-IL" u="sng">
                <a:solidFill>
                  <a:schemeClr val="hlink"/>
                </a:solidFill>
                <a:hlinkClick r:id="rId2"/>
              </a:rPr>
              <a:t>https://docs.google.com/document/d/1yqtiqlcuBgJDDVHGa0TPCkwzyK7x8DDzaMgJ9LAbqEA/edit?tab=t.0#heading=h.pbtlu9pvt4r0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g3c74ae5e857_0_145:notes"/>
          <p:cNvSpPr/>
          <p:nvPr>
            <p:ph idx="2" type="sldImg"/>
          </p:nvPr>
        </p:nvSpPr>
        <p:spPr>
          <a:xfrm>
            <a:off x="686514" y="1143000"/>
            <a:ext cx="54849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c74ae5e857_0_15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g3c74ae5e857_0_154:notes"/>
          <p:cNvSpPr/>
          <p:nvPr>
            <p:ph idx="2" type="sldImg"/>
          </p:nvPr>
        </p:nvSpPr>
        <p:spPr>
          <a:xfrm>
            <a:off x="686514" y="1143000"/>
            <a:ext cx="54849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c74ae5e857_0_15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g3c74ae5e857_0_159:notes"/>
          <p:cNvSpPr/>
          <p:nvPr>
            <p:ph idx="2" type="sldImg"/>
          </p:nvPr>
        </p:nvSpPr>
        <p:spPr>
          <a:xfrm>
            <a:off x="686514" y="1143000"/>
            <a:ext cx="54849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c74ae5e857_0_16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g3c74ae5e857_0_164:notes"/>
          <p:cNvSpPr/>
          <p:nvPr>
            <p:ph idx="2" type="sldImg"/>
          </p:nvPr>
        </p:nvSpPr>
        <p:spPr>
          <a:xfrm>
            <a:off x="686514" y="1143000"/>
            <a:ext cx="54849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b8fa86b658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g3b8fa86b658_0_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3c754dde8de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g3c754dde8de_0_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c754dde8de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g3c754dde8de_0_5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showMasterSp="0">
  <p:cSld name="Title Only"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urry pink and blue background&#10;&#10;Description automatically generated" id="16" name="Google Shape;16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893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"/>
          <p:cNvSpPr/>
          <p:nvPr/>
        </p:nvSpPr>
        <p:spPr>
          <a:xfrm>
            <a:off x="0" y="0"/>
            <a:ext cx="12216032" cy="6896100"/>
          </a:xfrm>
          <a:prstGeom prst="rect">
            <a:avLst/>
          </a:prstGeom>
          <a:solidFill>
            <a:schemeClr val="lt1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" name="Google Shape;18;p2"/>
          <p:cNvSpPr/>
          <p:nvPr/>
        </p:nvSpPr>
        <p:spPr>
          <a:xfrm rot="5400000">
            <a:off x="1393710" y="1892190"/>
            <a:ext cx="228600" cy="3073621"/>
          </a:xfrm>
          <a:prstGeom prst="rect">
            <a:avLst/>
          </a:prstGeom>
          <a:solidFill>
            <a:schemeClr val="dk2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" name="Google Shape;19;p2"/>
          <p:cNvSpPr txBox="1"/>
          <p:nvPr>
            <p:ph type="title"/>
          </p:nvPr>
        </p:nvSpPr>
        <p:spPr>
          <a:xfrm>
            <a:off x="3313113" y="1345911"/>
            <a:ext cx="5562599" cy="416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875" spcFirstLastPara="1" rIns="121875" wrap="square" tIns="60925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Font typeface="Arial"/>
              <a:buNone/>
              <a:defRPr b="0" sz="72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/>
          <p:nvPr/>
        </p:nvSpPr>
        <p:spPr>
          <a:xfrm>
            <a:off x="-77788" y="1320655"/>
            <a:ext cx="3124198" cy="4216690"/>
          </a:xfrm>
          <a:custGeom>
            <a:rect b="b" l="l" r="r" t="t"/>
            <a:pathLst>
              <a:path extrusionOk="0" h="4216690" w="3124198">
                <a:moveTo>
                  <a:pt x="0" y="0"/>
                </a:moveTo>
                <a:lnTo>
                  <a:pt x="1190290" y="0"/>
                </a:lnTo>
                <a:lnTo>
                  <a:pt x="1191185" y="0"/>
                </a:lnTo>
                <a:lnTo>
                  <a:pt x="1191185" y="25"/>
                </a:lnTo>
                <a:lnTo>
                  <a:pt x="1289808" y="2744"/>
                </a:lnTo>
                <a:cubicBezTo>
                  <a:pt x="2311627" y="59211"/>
                  <a:pt x="3124198" y="980326"/>
                  <a:pt x="3124198" y="2108345"/>
                </a:cubicBezTo>
                <a:cubicBezTo>
                  <a:pt x="3124198" y="3236364"/>
                  <a:pt x="2311627" y="4157479"/>
                  <a:pt x="1289808" y="4213947"/>
                </a:cubicBezTo>
                <a:lnTo>
                  <a:pt x="1191185" y="4216666"/>
                </a:lnTo>
                <a:lnTo>
                  <a:pt x="1191185" y="4216690"/>
                </a:lnTo>
                <a:lnTo>
                  <a:pt x="1190290" y="4216690"/>
                </a:lnTo>
                <a:lnTo>
                  <a:pt x="0" y="4216690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" name="Google Shape;21;p2"/>
          <p:cNvSpPr/>
          <p:nvPr/>
        </p:nvSpPr>
        <p:spPr>
          <a:xfrm rot="10800000">
            <a:off x="9142411" y="1320656"/>
            <a:ext cx="3124198" cy="4216690"/>
          </a:xfrm>
          <a:custGeom>
            <a:rect b="b" l="l" r="r" t="t"/>
            <a:pathLst>
              <a:path extrusionOk="0" h="4216690" w="3124198">
                <a:moveTo>
                  <a:pt x="0" y="0"/>
                </a:moveTo>
                <a:lnTo>
                  <a:pt x="1190290" y="0"/>
                </a:lnTo>
                <a:lnTo>
                  <a:pt x="1191185" y="0"/>
                </a:lnTo>
                <a:lnTo>
                  <a:pt x="1191185" y="25"/>
                </a:lnTo>
                <a:lnTo>
                  <a:pt x="1289808" y="2744"/>
                </a:lnTo>
                <a:cubicBezTo>
                  <a:pt x="2311627" y="59211"/>
                  <a:pt x="3124198" y="980326"/>
                  <a:pt x="3124198" y="2108345"/>
                </a:cubicBezTo>
                <a:cubicBezTo>
                  <a:pt x="3124198" y="3236364"/>
                  <a:pt x="2311627" y="4157479"/>
                  <a:pt x="1289808" y="4213947"/>
                </a:cubicBezTo>
                <a:lnTo>
                  <a:pt x="1191185" y="4216666"/>
                </a:lnTo>
                <a:lnTo>
                  <a:pt x="1191185" y="4216690"/>
                </a:lnTo>
                <a:lnTo>
                  <a:pt x="1190290" y="4216690"/>
                </a:lnTo>
                <a:lnTo>
                  <a:pt x="0" y="4216690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22" name="Google Shape;22;p2"/>
          <p:cNvCxnSpPr/>
          <p:nvPr/>
        </p:nvCxnSpPr>
        <p:spPr>
          <a:xfrm>
            <a:off x="0" y="1320655"/>
            <a:ext cx="12188824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3" name="Google Shape;23;p2"/>
          <p:cNvCxnSpPr/>
          <p:nvPr/>
        </p:nvCxnSpPr>
        <p:spPr>
          <a:xfrm>
            <a:off x="0" y="5537345"/>
            <a:ext cx="12188824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4" name="Google Shape;24;p2"/>
          <p:cNvCxnSpPr/>
          <p:nvPr/>
        </p:nvCxnSpPr>
        <p:spPr>
          <a:xfrm>
            <a:off x="684212" y="0"/>
            <a:ext cx="0" cy="69342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5" name="Google Shape;25;p2"/>
          <p:cNvCxnSpPr/>
          <p:nvPr/>
        </p:nvCxnSpPr>
        <p:spPr>
          <a:xfrm>
            <a:off x="11504613" y="-38100"/>
            <a:ext cx="0" cy="69342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6" name="Google Shape;26;p2"/>
          <p:cNvSpPr/>
          <p:nvPr/>
        </p:nvSpPr>
        <p:spPr>
          <a:xfrm rot="-5400000">
            <a:off x="2588417" y="456405"/>
            <a:ext cx="7010400" cy="6097590"/>
          </a:xfrm>
          <a:custGeom>
            <a:rect b="b" l="l" r="r" t="t"/>
            <a:pathLst>
              <a:path extrusionOk="0" h="6097590" w="6610424">
                <a:moveTo>
                  <a:pt x="6610424" y="3048796"/>
                </a:moveTo>
                <a:cubicBezTo>
                  <a:pt x="6610424" y="4679979"/>
                  <a:pt x="5405713" y="6011968"/>
                  <a:pt x="3890772" y="6093623"/>
                </a:cubicBezTo>
                <a:lnTo>
                  <a:pt x="3744554" y="6097555"/>
                </a:lnTo>
                <a:lnTo>
                  <a:pt x="3744554" y="6097590"/>
                </a:lnTo>
                <a:lnTo>
                  <a:pt x="3743227" y="6097590"/>
                </a:lnTo>
                <a:lnTo>
                  <a:pt x="0" y="6097589"/>
                </a:lnTo>
                <a:lnTo>
                  <a:pt x="0" y="0"/>
                </a:lnTo>
                <a:lnTo>
                  <a:pt x="3743228" y="1"/>
                </a:lnTo>
                <a:lnTo>
                  <a:pt x="3744555" y="1"/>
                </a:lnTo>
                <a:lnTo>
                  <a:pt x="3744555" y="36"/>
                </a:lnTo>
                <a:lnTo>
                  <a:pt x="3890773" y="3968"/>
                </a:lnTo>
                <a:cubicBezTo>
                  <a:pt x="5405714" y="85624"/>
                  <a:pt x="6610425" y="1417612"/>
                  <a:pt x="6610424" y="3048796"/>
                </a:cubicBezTo>
                <a:close/>
              </a:path>
            </a:pathLst>
          </a:custGeom>
          <a:noFill/>
          <a:ln cap="flat" cmpd="sng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" name="Google Shape;27;p2"/>
          <p:cNvSpPr/>
          <p:nvPr/>
        </p:nvSpPr>
        <p:spPr>
          <a:xfrm rot="5400000">
            <a:off x="10564921" y="1892190"/>
            <a:ext cx="228600" cy="3073621"/>
          </a:xfrm>
          <a:prstGeom prst="rect">
            <a:avLst/>
          </a:prstGeom>
          <a:solidFill>
            <a:schemeClr val="dk2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8" name="Google Shape;28;p2"/>
          <p:cNvSpPr txBox="1"/>
          <p:nvPr>
            <p:ph idx="1" type="body"/>
          </p:nvPr>
        </p:nvSpPr>
        <p:spPr>
          <a:xfrm>
            <a:off x="3313112" y="5562601"/>
            <a:ext cx="5562599" cy="1295399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875" spcFirstLastPara="1" rIns="121875" wrap="square" tIns="60925">
            <a:normAutofit/>
          </a:bodyPr>
          <a:lstStyle>
            <a:lvl1pPr indent="-228600" lvl="0" marL="457200" algn="ctr">
              <a:lnSpc>
                <a:spcPct val="95000"/>
              </a:lnSpc>
              <a:spcBef>
                <a:spcPts val="1866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/>
            </a:lvl1pPr>
            <a:lvl2pPr indent="-342900" lvl="1" marL="914400" algn="l">
              <a:lnSpc>
                <a:spcPct val="95000"/>
              </a:lnSpc>
              <a:spcBef>
                <a:spcPts val="1066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5000"/>
              </a:lnSpc>
              <a:spcBef>
                <a:spcPts val="1066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5000"/>
              </a:lnSpc>
              <a:spcBef>
                <a:spcPts val="1066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5000"/>
              </a:lnSpc>
              <a:spcBef>
                <a:spcPts val="1066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indent="-331470" lvl="5" marL="2743200" algn="l">
              <a:lnSpc>
                <a:spcPct val="95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1620"/>
              <a:buChar char="–"/>
              <a:defRPr/>
            </a:lvl6pPr>
            <a:lvl7pPr indent="-331470" lvl="6" marL="3200400" algn="l">
              <a:lnSpc>
                <a:spcPct val="95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1620"/>
              <a:buChar char="–"/>
              <a:defRPr/>
            </a:lvl7pPr>
            <a:lvl8pPr indent="-331470" lvl="7" marL="3657600" algn="l">
              <a:lnSpc>
                <a:spcPct val="95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1620"/>
              <a:buChar char="–"/>
              <a:defRPr/>
            </a:lvl8pPr>
            <a:lvl9pPr indent="-331470" lvl="8" marL="4114800" algn="l">
              <a:lnSpc>
                <a:spcPct val="95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1620"/>
              <a:buChar char="–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Subtitle + Picture">
  <p:cSld name="Title + Subtitle + Picture">
    <p:bg>
      <p:bgPr>
        <a:solidFill>
          <a:schemeClr val="lt1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lose-up of a person's face&#10;&#10;Description automatically generated" id="30" name="Google Shape;30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893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/>
          <p:nvPr/>
        </p:nvSpPr>
        <p:spPr>
          <a:xfrm>
            <a:off x="-1588" y="0"/>
            <a:ext cx="12217620" cy="6896100"/>
          </a:xfrm>
          <a:prstGeom prst="rect">
            <a:avLst/>
          </a:prstGeom>
          <a:solidFill>
            <a:schemeClr val="lt1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2" name="Google Shape;32;p3"/>
          <p:cNvSpPr txBox="1"/>
          <p:nvPr>
            <p:ph type="title"/>
          </p:nvPr>
        </p:nvSpPr>
        <p:spPr>
          <a:xfrm>
            <a:off x="4722812" y="914400"/>
            <a:ext cx="5181600" cy="2514600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0" spcFirstLastPara="1" rIns="121875" wrap="square" tIns="60925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600"/>
              <a:buFont typeface="Arial"/>
              <a:buNone/>
              <a:defRPr sz="6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"/>
          <p:cNvSpPr/>
          <p:nvPr>
            <p:ph idx="2" type="pic"/>
          </p:nvPr>
        </p:nvSpPr>
        <p:spPr>
          <a:xfrm>
            <a:off x="231775" y="17527"/>
            <a:ext cx="3944303" cy="6822059"/>
          </a:xfrm>
          <a:prstGeom prst="rect">
            <a:avLst/>
          </a:prstGeom>
          <a:noFill/>
          <a:ln>
            <a:noFill/>
          </a:ln>
        </p:spPr>
      </p:sp>
      <p:sp>
        <p:nvSpPr>
          <p:cNvPr id="34" name="Google Shape;34;p3"/>
          <p:cNvSpPr txBox="1"/>
          <p:nvPr>
            <p:ph idx="1" type="body"/>
          </p:nvPr>
        </p:nvSpPr>
        <p:spPr>
          <a:xfrm>
            <a:off x="4722808" y="3657600"/>
            <a:ext cx="5181595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0" spcFirstLastPara="1" rIns="121875" wrap="square" tIns="60925">
            <a:normAutofit/>
          </a:bodyPr>
          <a:lstStyle>
            <a:lvl1pPr indent="-228600" lvl="0" marL="457200" algn="l">
              <a:lnSpc>
                <a:spcPct val="125000"/>
              </a:lnSpc>
              <a:spcBef>
                <a:spcPts val="1866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/>
            </a:lvl1pPr>
            <a:lvl2pPr indent="-228600" lvl="1" marL="914400" algn="l">
              <a:lnSpc>
                <a:spcPct val="125000"/>
              </a:lnSpc>
              <a:spcBef>
                <a:spcPts val="1066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2pPr>
            <a:lvl3pPr indent="-228600" lvl="2" marL="1371600" algn="l">
              <a:lnSpc>
                <a:spcPct val="125000"/>
              </a:lnSpc>
              <a:spcBef>
                <a:spcPts val="1066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25000"/>
              </a:lnSpc>
              <a:spcBef>
                <a:spcPts val="1066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25000"/>
              </a:lnSpc>
              <a:spcBef>
                <a:spcPts val="1066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/>
            </a:lvl5pPr>
            <a:lvl6pPr indent="-331470" lvl="5" marL="2743200" algn="l">
              <a:lnSpc>
                <a:spcPct val="95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1620"/>
              <a:buChar char="–"/>
              <a:defRPr/>
            </a:lvl6pPr>
            <a:lvl7pPr indent="-331470" lvl="6" marL="3200400" algn="l">
              <a:lnSpc>
                <a:spcPct val="95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1620"/>
              <a:buChar char="–"/>
              <a:defRPr/>
            </a:lvl7pPr>
            <a:lvl8pPr indent="-331470" lvl="7" marL="3657600" algn="l">
              <a:lnSpc>
                <a:spcPct val="95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1620"/>
              <a:buChar char="–"/>
              <a:defRPr/>
            </a:lvl8pPr>
            <a:lvl9pPr indent="-331470" lvl="8" marL="4114800" algn="l">
              <a:lnSpc>
                <a:spcPct val="95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1620"/>
              <a:buChar char="–"/>
              <a:defRPr/>
            </a:lvl9pPr>
          </a:lstStyle>
          <a:p/>
        </p:txBody>
      </p:sp>
      <p:sp>
        <p:nvSpPr>
          <p:cNvPr id="35" name="Google Shape;35;p3"/>
          <p:cNvSpPr txBox="1"/>
          <p:nvPr>
            <p:ph idx="10" type="dt"/>
          </p:nvPr>
        </p:nvSpPr>
        <p:spPr>
          <a:xfrm>
            <a:off x="1598611" y="6400801"/>
            <a:ext cx="2261183" cy="320675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"/>
          <p:cNvSpPr txBox="1"/>
          <p:nvPr>
            <p:ph idx="11" type="ftr"/>
          </p:nvPr>
        </p:nvSpPr>
        <p:spPr>
          <a:xfrm>
            <a:off x="4226789" y="6400801"/>
            <a:ext cx="5897354" cy="320675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3"/>
          <p:cNvSpPr txBox="1"/>
          <p:nvPr>
            <p:ph idx="12" type="sldNum"/>
          </p:nvPr>
        </p:nvSpPr>
        <p:spPr>
          <a:xfrm>
            <a:off x="10167146" y="6400801"/>
            <a:ext cx="1107518" cy="320675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sp>
        <p:nvSpPr>
          <p:cNvPr id="38" name="Google Shape;38;p3"/>
          <p:cNvSpPr/>
          <p:nvPr/>
        </p:nvSpPr>
        <p:spPr>
          <a:xfrm>
            <a:off x="-1588" y="457200"/>
            <a:ext cx="11648687" cy="5943600"/>
          </a:xfrm>
          <a:custGeom>
            <a:rect b="b" l="l" r="r" t="t"/>
            <a:pathLst>
              <a:path extrusionOk="0" h="6858000" w="12188825">
                <a:moveTo>
                  <a:pt x="0" y="0"/>
                </a:moveTo>
                <a:lnTo>
                  <a:pt x="8759825" y="0"/>
                </a:lnTo>
                <a:lnTo>
                  <a:pt x="8761412" y="0"/>
                </a:lnTo>
                <a:lnTo>
                  <a:pt x="8761412" y="40"/>
                </a:lnTo>
                <a:lnTo>
                  <a:pt x="8936281" y="4462"/>
                </a:lnTo>
                <a:cubicBezTo>
                  <a:pt x="10748061" y="96301"/>
                  <a:pt x="12188825" y="1594397"/>
                  <a:pt x="12188825" y="3429000"/>
                </a:cubicBezTo>
                <a:cubicBezTo>
                  <a:pt x="12188825" y="5263603"/>
                  <a:pt x="10748061" y="6761699"/>
                  <a:pt x="8936281" y="6853538"/>
                </a:cubicBezTo>
                <a:lnTo>
                  <a:pt x="8761412" y="6857960"/>
                </a:lnTo>
                <a:lnTo>
                  <a:pt x="8761412" y="6858000"/>
                </a:lnTo>
                <a:lnTo>
                  <a:pt x="8759825" y="6858000"/>
                </a:lnTo>
                <a:lnTo>
                  <a:pt x="0" y="6858000"/>
                </a:lnTo>
                <a:close/>
              </a:path>
            </a:pathLst>
          </a:custGeom>
          <a:noFill/>
          <a:ln cap="flat" cmpd="sng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0" y="0"/>
            <a:ext cx="12188825" cy="6858000"/>
          </a:xfrm>
          <a:custGeom>
            <a:rect b="b" l="l" r="r" t="t"/>
            <a:pathLst>
              <a:path extrusionOk="0" h="6858000" w="12188825">
                <a:moveTo>
                  <a:pt x="0" y="0"/>
                </a:moveTo>
                <a:lnTo>
                  <a:pt x="8759825" y="0"/>
                </a:lnTo>
                <a:lnTo>
                  <a:pt x="8761412" y="0"/>
                </a:lnTo>
                <a:lnTo>
                  <a:pt x="8761412" y="40"/>
                </a:lnTo>
                <a:lnTo>
                  <a:pt x="8936281" y="4462"/>
                </a:lnTo>
                <a:cubicBezTo>
                  <a:pt x="10748061" y="96301"/>
                  <a:pt x="12188825" y="1594397"/>
                  <a:pt x="12188825" y="3429000"/>
                </a:cubicBezTo>
                <a:cubicBezTo>
                  <a:pt x="12188825" y="5263603"/>
                  <a:pt x="10748061" y="6761699"/>
                  <a:pt x="8936281" y="6853538"/>
                </a:cubicBezTo>
                <a:lnTo>
                  <a:pt x="8761412" y="6857960"/>
                </a:lnTo>
                <a:lnTo>
                  <a:pt x="8761412" y="6858000"/>
                </a:lnTo>
                <a:lnTo>
                  <a:pt x="8759825" y="6858000"/>
                </a:lnTo>
                <a:lnTo>
                  <a:pt x="0" y="6858000"/>
                </a:lnTo>
                <a:close/>
              </a:path>
            </a:pathLst>
          </a:custGeom>
          <a:noFill/>
          <a:ln cap="flat" cmpd="sng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0" name="Google Shape;40;p3"/>
          <p:cNvSpPr/>
          <p:nvPr/>
        </p:nvSpPr>
        <p:spPr>
          <a:xfrm>
            <a:off x="3492" y="0"/>
            <a:ext cx="228600" cy="6858000"/>
          </a:xfrm>
          <a:prstGeom prst="rect">
            <a:avLst/>
          </a:prstGeom>
          <a:solidFill>
            <a:schemeClr val="dk2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1" name="Google Shape;41;p3"/>
          <p:cNvSpPr/>
          <p:nvPr/>
        </p:nvSpPr>
        <p:spPr>
          <a:xfrm>
            <a:off x="10534141" y="5212080"/>
            <a:ext cx="1645920" cy="1645920"/>
          </a:xfrm>
          <a:prstGeom prst="ellipse">
            <a:avLst/>
          </a:prstGeom>
          <a:noFill/>
          <a:ln cap="flat" cmpd="sng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10542905" y="0"/>
            <a:ext cx="1645920" cy="1645920"/>
          </a:xfrm>
          <a:prstGeom prst="ellipse">
            <a:avLst/>
          </a:prstGeom>
          <a:noFill/>
          <a:ln cap="flat" cmpd="sng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43" name="Google Shape;43;p3"/>
          <p:cNvCxnSpPr/>
          <p:nvPr/>
        </p:nvCxnSpPr>
        <p:spPr>
          <a:xfrm>
            <a:off x="4189412" y="0"/>
            <a:ext cx="0" cy="6858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Picture" showMasterSp="0">
  <p:cSld name="Title + Picture">
    <p:bg>
      <p:bgPr>
        <a:solidFill>
          <a:schemeClr val="lt1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urry pink and blue background&#10;&#10;Description automatically generated" id="45" name="Google Shape;45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893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4"/>
          <p:cNvSpPr/>
          <p:nvPr/>
        </p:nvSpPr>
        <p:spPr>
          <a:xfrm>
            <a:off x="-64" y="0"/>
            <a:ext cx="12188952" cy="6858000"/>
          </a:xfrm>
          <a:prstGeom prst="rect">
            <a:avLst/>
          </a:prstGeom>
          <a:solidFill>
            <a:schemeClr val="lt1">
              <a:alpha val="29803"/>
            </a:schemeClr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7" name="Google Shape;47;p4"/>
          <p:cNvSpPr txBox="1"/>
          <p:nvPr>
            <p:ph type="title"/>
          </p:nvPr>
        </p:nvSpPr>
        <p:spPr>
          <a:xfrm>
            <a:off x="3313113" y="1612902"/>
            <a:ext cx="5562599" cy="3632196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875" spcFirstLastPara="1" rIns="121875" wrap="square" tIns="60925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600"/>
              <a:buFont typeface="Arial"/>
              <a:buNone/>
              <a:defRPr b="0" sz="66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"/>
          <p:cNvSpPr/>
          <p:nvPr/>
        </p:nvSpPr>
        <p:spPr>
          <a:xfrm>
            <a:off x="3046412" y="381000"/>
            <a:ext cx="6096000" cy="6096000"/>
          </a:xfrm>
          <a:prstGeom prst="ellipse">
            <a:avLst/>
          </a:prstGeom>
          <a:noFill/>
          <a:ln cap="flat" cmpd="sng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-77788" y="1320655"/>
            <a:ext cx="3124198" cy="4216690"/>
          </a:xfrm>
          <a:custGeom>
            <a:rect b="b" l="l" r="r" t="t"/>
            <a:pathLst>
              <a:path extrusionOk="0" h="4216690" w="3124198">
                <a:moveTo>
                  <a:pt x="0" y="0"/>
                </a:moveTo>
                <a:lnTo>
                  <a:pt x="1190290" y="0"/>
                </a:lnTo>
                <a:lnTo>
                  <a:pt x="1191185" y="0"/>
                </a:lnTo>
                <a:lnTo>
                  <a:pt x="1191185" y="25"/>
                </a:lnTo>
                <a:lnTo>
                  <a:pt x="1289808" y="2744"/>
                </a:lnTo>
                <a:cubicBezTo>
                  <a:pt x="2311627" y="59211"/>
                  <a:pt x="3124198" y="980326"/>
                  <a:pt x="3124198" y="2108345"/>
                </a:cubicBezTo>
                <a:cubicBezTo>
                  <a:pt x="3124198" y="3236364"/>
                  <a:pt x="2311627" y="4157479"/>
                  <a:pt x="1289808" y="4213947"/>
                </a:cubicBezTo>
                <a:lnTo>
                  <a:pt x="1191185" y="4216666"/>
                </a:lnTo>
                <a:lnTo>
                  <a:pt x="1191185" y="4216690"/>
                </a:lnTo>
                <a:lnTo>
                  <a:pt x="1190290" y="4216690"/>
                </a:lnTo>
                <a:lnTo>
                  <a:pt x="0" y="4216690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0" name="Google Shape;50;p4"/>
          <p:cNvSpPr/>
          <p:nvPr/>
        </p:nvSpPr>
        <p:spPr>
          <a:xfrm rot="10800000">
            <a:off x="9142411" y="1320656"/>
            <a:ext cx="3124198" cy="4216690"/>
          </a:xfrm>
          <a:custGeom>
            <a:rect b="b" l="l" r="r" t="t"/>
            <a:pathLst>
              <a:path extrusionOk="0" h="4216690" w="3124198">
                <a:moveTo>
                  <a:pt x="0" y="0"/>
                </a:moveTo>
                <a:lnTo>
                  <a:pt x="1190290" y="0"/>
                </a:lnTo>
                <a:lnTo>
                  <a:pt x="1191185" y="0"/>
                </a:lnTo>
                <a:lnTo>
                  <a:pt x="1191185" y="25"/>
                </a:lnTo>
                <a:lnTo>
                  <a:pt x="1289808" y="2744"/>
                </a:lnTo>
                <a:cubicBezTo>
                  <a:pt x="2311627" y="59211"/>
                  <a:pt x="3124198" y="980326"/>
                  <a:pt x="3124198" y="2108345"/>
                </a:cubicBezTo>
                <a:cubicBezTo>
                  <a:pt x="3124198" y="3236364"/>
                  <a:pt x="2311627" y="4157479"/>
                  <a:pt x="1289808" y="4213947"/>
                </a:cubicBezTo>
                <a:lnTo>
                  <a:pt x="1191185" y="4216666"/>
                </a:lnTo>
                <a:lnTo>
                  <a:pt x="1191185" y="4216690"/>
                </a:lnTo>
                <a:lnTo>
                  <a:pt x="1190290" y="4216690"/>
                </a:lnTo>
                <a:lnTo>
                  <a:pt x="0" y="4216690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51" name="Google Shape;51;p4"/>
          <p:cNvCxnSpPr/>
          <p:nvPr/>
        </p:nvCxnSpPr>
        <p:spPr>
          <a:xfrm>
            <a:off x="0" y="1320655"/>
            <a:ext cx="12188824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2" name="Google Shape;52;p4"/>
          <p:cNvCxnSpPr/>
          <p:nvPr/>
        </p:nvCxnSpPr>
        <p:spPr>
          <a:xfrm>
            <a:off x="0" y="5537345"/>
            <a:ext cx="12188824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3" name="Google Shape;53;p4"/>
          <p:cNvSpPr/>
          <p:nvPr>
            <p:ph idx="2" type="pic"/>
          </p:nvPr>
        </p:nvSpPr>
        <p:spPr>
          <a:xfrm>
            <a:off x="-77790" y="1320650"/>
            <a:ext cx="3124198" cy="4216690"/>
          </a:xfrm>
          <a:prstGeom prst="rect">
            <a:avLst/>
          </a:prstGeom>
          <a:noFill/>
          <a:ln>
            <a:noFill/>
          </a:ln>
        </p:spPr>
      </p:sp>
      <p:sp>
        <p:nvSpPr>
          <p:cNvPr id="54" name="Google Shape;54;p4"/>
          <p:cNvSpPr/>
          <p:nvPr>
            <p:ph idx="3" type="pic"/>
          </p:nvPr>
        </p:nvSpPr>
        <p:spPr>
          <a:xfrm>
            <a:off x="9142411" y="1339705"/>
            <a:ext cx="3124198" cy="421669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4"/>
          <p:cNvSpPr/>
          <p:nvPr/>
        </p:nvSpPr>
        <p:spPr>
          <a:xfrm rot="10800000">
            <a:off x="11390311" y="-1"/>
            <a:ext cx="228600" cy="6857994"/>
          </a:xfrm>
          <a:prstGeom prst="rect">
            <a:avLst/>
          </a:prstGeom>
          <a:solidFill>
            <a:schemeClr val="dk2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6" name="Google Shape;56;p4"/>
          <p:cNvSpPr/>
          <p:nvPr/>
        </p:nvSpPr>
        <p:spPr>
          <a:xfrm rot="10800000">
            <a:off x="573406" y="-2"/>
            <a:ext cx="228600" cy="6857994"/>
          </a:xfrm>
          <a:prstGeom prst="rect">
            <a:avLst/>
          </a:prstGeom>
          <a:solidFill>
            <a:schemeClr val="dk2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 3">
  <p:cSld name="Two Content 3">
    <p:bg>
      <p:bgPr>
        <a:solidFill>
          <a:schemeClr val="lt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lose-up of a person's face&#10;&#10;Description automatically generated" id="58" name="Google Shape;58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893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5"/>
          <p:cNvSpPr/>
          <p:nvPr/>
        </p:nvSpPr>
        <p:spPr>
          <a:xfrm>
            <a:off x="-8042" y="0"/>
            <a:ext cx="12204908" cy="6896100"/>
          </a:xfrm>
          <a:prstGeom prst="rect">
            <a:avLst/>
          </a:prstGeom>
          <a:solidFill>
            <a:schemeClr val="lt1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10647996" y="0"/>
            <a:ext cx="1524001" cy="1524001"/>
          </a:xfrm>
          <a:prstGeom prst="ellipse">
            <a:avLst/>
          </a:prstGeom>
          <a:noFill/>
          <a:ln cap="flat" cmpd="sng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61" name="Google Shape;61;p5"/>
          <p:cNvCxnSpPr/>
          <p:nvPr/>
        </p:nvCxnSpPr>
        <p:spPr>
          <a:xfrm>
            <a:off x="760412" y="-2"/>
            <a:ext cx="0" cy="6858002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2" name="Google Shape;62;p5"/>
          <p:cNvSpPr/>
          <p:nvPr/>
        </p:nvSpPr>
        <p:spPr>
          <a:xfrm>
            <a:off x="12989" y="0"/>
            <a:ext cx="1524001" cy="1524001"/>
          </a:xfrm>
          <a:prstGeom prst="ellipse">
            <a:avLst/>
          </a:prstGeom>
          <a:noFill/>
          <a:ln cap="flat" cmpd="sng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-16083" y="-2"/>
            <a:ext cx="12220991" cy="7010403"/>
          </a:xfrm>
          <a:custGeom>
            <a:rect b="b" l="l" r="r" t="t"/>
            <a:pathLst>
              <a:path extrusionOk="0" h="7010403" w="12220991">
                <a:moveTo>
                  <a:pt x="6110498" y="0"/>
                </a:moveTo>
                <a:cubicBezTo>
                  <a:pt x="9180318" y="0"/>
                  <a:pt x="11722257" y="1309322"/>
                  <a:pt x="12163073" y="3016566"/>
                </a:cubicBezTo>
                <a:lnTo>
                  <a:pt x="12220991" y="3352802"/>
                </a:lnTo>
                <a:lnTo>
                  <a:pt x="12204908" y="3352802"/>
                </a:lnTo>
                <a:lnTo>
                  <a:pt x="12204908" y="7010403"/>
                </a:lnTo>
                <a:lnTo>
                  <a:pt x="0" y="7010403"/>
                </a:lnTo>
                <a:lnTo>
                  <a:pt x="0" y="3276603"/>
                </a:lnTo>
                <a:lnTo>
                  <a:pt x="13127" y="3276603"/>
                </a:lnTo>
                <a:lnTo>
                  <a:pt x="57919" y="3016567"/>
                </a:lnTo>
                <a:cubicBezTo>
                  <a:pt x="498732" y="1309322"/>
                  <a:pt x="3040674" y="0"/>
                  <a:pt x="6110498" y="0"/>
                </a:cubicBezTo>
                <a:close/>
              </a:path>
            </a:pathLst>
          </a:custGeom>
          <a:noFill/>
          <a:ln cap="flat" cmpd="sng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64" name="Google Shape;64;p5"/>
          <p:cNvCxnSpPr/>
          <p:nvPr/>
        </p:nvCxnSpPr>
        <p:spPr>
          <a:xfrm>
            <a:off x="11428413" y="-2"/>
            <a:ext cx="0" cy="6858002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5" name="Google Shape;65;p5"/>
          <p:cNvSpPr/>
          <p:nvPr/>
        </p:nvSpPr>
        <p:spPr>
          <a:xfrm>
            <a:off x="660689" y="0"/>
            <a:ext cx="228600" cy="6858000"/>
          </a:xfrm>
          <a:prstGeom prst="rect">
            <a:avLst/>
          </a:prstGeom>
          <a:solidFill>
            <a:schemeClr val="dk2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11314113" y="-2"/>
            <a:ext cx="228600" cy="6858000"/>
          </a:xfrm>
          <a:prstGeom prst="rect">
            <a:avLst/>
          </a:prstGeom>
          <a:solidFill>
            <a:schemeClr val="dk2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7" name="Google Shape;67;p5"/>
          <p:cNvSpPr txBox="1"/>
          <p:nvPr>
            <p:ph type="title"/>
          </p:nvPr>
        </p:nvSpPr>
        <p:spPr>
          <a:xfrm>
            <a:off x="1830856" y="533400"/>
            <a:ext cx="8527111" cy="2209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0" spcFirstLastPara="1" rIns="121875" wrap="square" tIns="60925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Arial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5"/>
          <p:cNvSpPr txBox="1"/>
          <p:nvPr>
            <p:ph idx="1" type="body"/>
          </p:nvPr>
        </p:nvSpPr>
        <p:spPr>
          <a:xfrm>
            <a:off x="1827211" y="2933697"/>
            <a:ext cx="4114801" cy="3390903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0" spcFirstLastPara="1" rIns="121875" wrap="square" tIns="60925">
            <a:normAutofit/>
          </a:bodyPr>
          <a:lstStyle>
            <a:lvl1pPr indent="-342900" lvl="0" marL="457200" algn="l">
              <a:lnSpc>
                <a:spcPct val="125000"/>
              </a:lnSpc>
              <a:spcBef>
                <a:spcPts val="1866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800"/>
            </a:lvl1pPr>
            <a:lvl2pPr indent="-330200" lvl="1" marL="914400" algn="l">
              <a:lnSpc>
                <a:spcPct val="125000"/>
              </a:lnSpc>
              <a:spcBef>
                <a:spcPts val="1066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/>
            </a:lvl2pPr>
            <a:lvl3pPr indent="-317500" lvl="2" marL="1371600" algn="l">
              <a:lnSpc>
                <a:spcPct val="125000"/>
              </a:lnSpc>
              <a:spcBef>
                <a:spcPts val="1066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sz="1400"/>
            </a:lvl3pPr>
            <a:lvl4pPr indent="-317500" lvl="3" marL="1828800" algn="l">
              <a:lnSpc>
                <a:spcPct val="125000"/>
              </a:lnSpc>
              <a:spcBef>
                <a:spcPts val="1066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sz="1400"/>
            </a:lvl4pPr>
            <a:lvl5pPr indent="-317500" lvl="4" marL="2286000" algn="l">
              <a:lnSpc>
                <a:spcPct val="125000"/>
              </a:lnSpc>
              <a:spcBef>
                <a:spcPts val="1066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sz="1400"/>
            </a:lvl5pPr>
            <a:lvl6pPr indent="-331470" lvl="5" marL="2743200" algn="l">
              <a:lnSpc>
                <a:spcPct val="95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1620"/>
              <a:buChar char="–"/>
              <a:defRPr/>
            </a:lvl6pPr>
            <a:lvl7pPr indent="-331470" lvl="6" marL="3200400" algn="l">
              <a:lnSpc>
                <a:spcPct val="95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1620"/>
              <a:buChar char="–"/>
              <a:defRPr/>
            </a:lvl7pPr>
            <a:lvl8pPr indent="-331470" lvl="7" marL="3657600" algn="l">
              <a:lnSpc>
                <a:spcPct val="95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1620"/>
              <a:buChar char="–"/>
              <a:defRPr/>
            </a:lvl8pPr>
            <a:lvl9pPr indent="-331470" lvl="8" marL="4114800" algn="l">
              <a:lnSpc>
                <a:spcPct val="95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1620"/>
              <a:buChar char="–"/>
              <a:defRPr/>
            </a:lvl9pPr>
          </a:lstStyle>
          <a:p/>
        </p:txBody>
      </p:sp>
      <p:sp>
        <p:nvSpPr>
          <p:cNvPr id="69" name="Google Shape;69;p5"/>
          <p:cNvSpPr txBox="1"/>
          <p:nvPr>
            <p:ph idx="2" type="body"/>
          </p:nvPr>
        </p:nvSpPr>
        <p:spPr>
          <a:xfrm>
            <a:off x="6236990" y="2933696"/>
            <a:ext cx="4114801" cy="3390904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875" spcFirstLastPara="1" rIns="121875" wrap="square" tIns="60925">
            <a:normAutofit/>
          </a:bodyPr>
          <a:lstStyle>
            <a:lvl1pPr indent="-342900" lvl="0" marL="457200" algn="l">
              <a:lnSpc>
                <a:spcPct val="125000"/>
              </a:lnSpc>
              <a:spcBef>
                <a:spcPts val="1866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 sz="18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30200" lvl="1" marL="914400" algn="l">
              <a:lnSpc>
                <a:spcPct val="125000"/>
              </a:lnSpc>
              <a:spcBef>
                <a:spcPts val="1066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17500" lvl="2" marL="1371600" algn="l">
              <a:lnSpc>
                <a:spcPct val="125000"/>
              </a:lnSpc>
              <a:spcBef>
                <a:spcPts val="1066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 sz="14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17500" lvl="3" marL="1828800" algn="l">
              <a:lnSpc>
                <a:spcPct val="125000"/>
              </a:lnSpc>
              <a:spcBef>
                <a:spcPts val="1066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 sz="14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17500" lvl="4" marL="2286000" algn="l">
              <a:lnSpc>
                <a:spcPct val="125000"/>
              </a:lnSpc>
              <a:spcBef>
                <a:spcPts val="1066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 sz="14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31470" lvl="5" marL="2743200" algn="l">
              <a:lnSpc>
                <a:spcPct val="95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1620"/>
              <a:buChar char="–"/>
              <a:defRPr sz="1800"/>
            </a:lvl6pPr>
            <a:lvl7pPr indent="-331470" lvl="6" marL="3200400" algn="l">
              <a:lnSpc>
                <a:spcPct val="95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1620"/>
              <a:buChar char="–"/>
              <a:defRPr sz="1800"/>
            </a:lvl7pPr>
            <a:lvl8pPr indent="-331470" lvl="7" marL="3657600" algn="l">
              <a:lnSpc>
                <a:spcPct val="95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1620"/>
              <a:buChar char="–"/>
              <a:defRPr sz="1800"/>
            </a:lvl8pPr>
            <a:lvl9pPr indent="-331470" lvl="8" marL="4114800" algn="l">
              <a:lnSpc>
                <a:spcPct val="95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1620"/>
              <a:buChar char="–"/>
              <a:defRPr sz="1800"/>
            </a:lvl9pPr>
          </a:lstStyle>
          <a:p/>
        </p:txBody>
      </p:sp>
      <p:sp>
        <p:nvSpPr>
          <p:cNvPr id="70" name="Google Shape;70;p5"/>
          <p:cNvSpPr txBox="1"/>
          <p:nvPr>
            <p:ph idx="10" type="dt"/>
          </p:nvPr>
        </p:nvSpPr>
        <p:spPr>
          <a:xfrm>
            <a:off x="1117309" y="6400801"/>
            <a:ext cx="2742486" cy="320675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5"/>
          <p:cNvSpPr txBox="1"/>
          <p:nvPr>
            <p:ph idx="11" type="ftr"/>
          </p:nvPr>
        </p:nvSpPr>
        <p:spPr>
          <a:xfrm>
            <a:off x="3907842" y="6400801"/>
            <a:ext cx="6216301" cy="320675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5"/>
          <p:cNvSpPr txBox="1"/>
          <p:nvPr>
            <p:ph idx="12" type="sldNum"/>
          </p:nvPr>
        </p:nvSpPr>
        <p:spPr>
          <a:xfrm>
            <a:off x="10167146" y="6400801"/>
            <a:ext cx="1107518" cy="320675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" showMasterSp="0">
  <p:cSld name="Content 1">
    <p:bg>
      <p:bgPr>
        <a:solidFill>
          <a:schemeClr val="lt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ue and pink sky&#10;&#10;Description automatically generated" id="74" name="Google Shape;74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893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6"/>
          <p:cNvSpPr/>
          <p:nvPr/>
        </p:nvSpPr>
        <p:spPr>
          <a:xfrm>
            <a:off x="0" y="0"/>
            <a:ext cx="12216032" cy="6896100"/>
          </a:xfrm>
          <a:prstGeom prst="rect">
            <a:avLst/>
          </a:prstGeom>
          <a:solidFill>
            <a:schemeClr val="lt1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6" name="Google Shape;76;p6"/>
          <p:cNvSpPr/>
          <p:nvPr/>
        </p:nvSpPr>
        <p:spPr>
          <a:xfrm rot="10800000">
            <a:off x="379412" y="0"/>
            <a:ext cx="228600" cy="6858000"/>
          </a:xfrm>
          <a:prstGeom prst="rect">
            <a:avLst/>
          </a:prstGeom>
          <a:solidFill>
            <a:schemeClr val="dk2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7" name="Google Shape;77;p6"/>
          <p:cNvSpPr/>
          <p:nvPr/>
        </p:nvSpPr>
        <p:spPr>
          <a:xfrm rot="10800000">
            <a:off x="11580811" y="0"/>
            <a:ext cx="228600" cy="6858000"/>
          </a:xfrm>
          <a:prstGeom prst="rect">
            <a:avLst/>
          </a:prstGeom>
          <a:solidFill>
            <a:schemeClr val="dk2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-77788" y="1413688"/>
            <a:ext cx="1371598" cy="4030625"/>
          </a:xfrm>
          <a:custGeom>
            <a:rect b="b" l="l" r="r" t="t"/>
            <a:pathLst>
              <a:path extrusionOk="0" h="4030625" w="1371598">
                <a:moveTo>
                  <a:pt x="0" y="0"/>
                </a:moveTo>
                <a:lnTo>
                  <a:pt x="85935" y="28331"/>
                </a:lnTo>
                <a:cubicBezTo>
                  <a:pt x="835174" y="318870"/>
                  <a:pt x="1371598" y="1098797"/>
                  <a:pt x="1371598" y="2015312"/>
                </a:cubicBezTo>
                <a:cubicBezTo>
                  <a:pt x="1371598" y="2931828"/>
                  <a:pt x="835174" y="3711754"/>
                  <a:pt x="85935" y="4002293"/>
                </a:cubicBezTo>
                <a:lnTo>
                  <a:pt x="0" y="4030625"/>
                </a:lnTo>
                <a:close/>
              </a:path>
            </a:pathLst>
          </a:custGeom>
          <a:noFill/>
          <a:ln cap="flat" cmpd="sng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9" name="Google Shape;79;p6"/>
          <p:cNvSpPr/>
          <p:nvPr/>
        </p:nvSpPr>
        <p:spPr>
          <a:xfrm rot="10800000">
            <a:off x="10895015" y="1413688"/>
            <a:ext cx="1371598" cy="4030625"/>
          </a:xfrm>
          <a:custGeom>
            <a:rect b="b" l="l" r="r" t="t"/>
            <a:pathLst>
              <a:path extrusionOk="0" h="4030625" w="1371598">
                <a:moveTo>
                  <a:pt x="0" y="0"/>
                </a:moveTo>
                <a:lnTo>
                  <a:pt x="85935" y="28331"/>
                </a:lnTo>
                <a:cubicBezTo>
                  <a:pt x="835174" y="318870"/>
                  <a:pt x="1371598" y="1098797"/>
                  <a:pt x="1371598" y="2015312"/>
                </a:cubicBezTo>
                <a:cubicBezTo>
                  <a:pt x="1371598" y="2931828"/>
                  <a:pt x="835174" y="3711754"/>
                  <a:pt x="85935" y="4002293"/>
                </a:cubicBezTo>
                <a:lnTo>
                  <a:pt x="0" y="4030625"/>
                </a:lnTo>
                <a:close/>
              </a:path>
            </a:pathLst>
          </a:custGeom>
          <a:noFill/>
          <a:ln cap="flat" cmpd="sng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80" name="Google Shape;80;p6"/>
          <p:cNvCxnSpPr/>
          <p:nvPr/>
        </p:nvCxnSpPr>
        <p:spPr>
          <a:xfrm rot="10800000">
            <a:off x="0" y="3429000"/>
            <a:ext cx="1293810" cy="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1" name="Google Shape;81;p6"/>
          <p:cNvCxnSpPr/>
          <p:nvPr/>
        </p:nvCxnSpPr>
        <p:spPr>
          <a:xfrm rot="10800000">
            <a:off x="10895015" y="3429000"/>
            <a:ext cx="1293810" cy="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2" name="Google Shape;82;p6"/>
          <p:cNvSpPr/>
          <p:nvPr/>
        </p:nvSpPr>
        <p:spPr>
          <a:xfrm>
            <a:off x="1307414" y="-76200"/>
            <a:ext cx="9573996" cy="6992620"/>
          </a:xfrm>
          <a:custGeom>
            <a:rect b="b" l="l" r="r" t="t"/>
            <a:pathLst>
              <a:path extrusionOk="0" h="6992620" w="9573996">
                <a:moveTo>
                  <a:pt x="1528240" y="0"/>
                </a:moveTo>
                <a:lnTo>
                  <a:pt x="8045757" y="0"/>
                </a:lnTo>
                <a:lnTo>
                  <a:pt x="8171917" y="120282"/>
                </a:lnTo>
                <a:cubicBezTo>
                  <a:pt x="9038193" y="986559"/>
                  <a:pt x="9573996" y="2183308"/>
                  <a:pt x="9573996" y="3505201"/>
                </a:cubicBezTo>
                <a:cubicBezTo>
                  <a:pt x="9573996" y="4827094"/>
                  <a:pt x="9038193" y="6023844"/>
                  <a:pt x="8171917" y="6890120"/>
                </a:cubicBezTo>
                <a:lnTo>
                  <a:pt x="8064408" y="6992620"/>
                </a:lnTo>
                <a:lnTo>
                  <a:pt x="1509589" y="6992620"/>
                </a:lnTo>
                <a:lnTo>
                  <a:pt x="1402080" y="6890120"/>
                </a:lnTo>
                <a:cubicBezTo>
                  <a:pt x="535803" y="6023844"/>
                  <a:pt x="0" y="4827094"/>
                  <a:pt x="0" y="3505201"/>
                </a:cubicBezTo>
                <a:cubicBezTo>
                  <a:pt x="0" y="2183308"/>
                  <a:pt x="535803" y="986559"/>
                  <a:pt x="1402080" y="120282"/>
                </a:cubicBezTo>
                <a:close/>
              </a:path>
            </a:pathLst>
          </a:custGeom>
          <a:noFill/>
          <a:ln cap="flat" cmpd="sng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3" name="Google Shape;83;p6"/>
          <p:cNvSpPr txBox="1"/>
          <p:nvPr>
            <p:ph type="title"/>
          </p:nvPr>
        </p:nvSpPr>
        <p:spPr>
          <a:xfrm>
            <a:off x="2219155" y="533400"/>
            <a:ext cx="7750516" cy="2209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0" spcFirstLastPara="1" rIns="121875" wrap="square" tIns="60925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Arial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6"/>
          <p:cNvSpPr txBox="1"/>
          <p:nvPr>
            <p:ph idx="1" type="body"/>
          </p:nvPr>
        </p:nvSpPr>
        <p:spPr>
          <a:xfrm>
            <a:off x="2219154" y="2895600"/>
            <a:ext cx="7750516" cy="33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0" spcFirstLastPara="1" rIns="121875" wrap="square" tIns="60925">
            <a:normAutofit/>
          </a:bodyPr>
          <a:lstStyle>
            <a:lvl1pPr indent="-228600" lvl="0" marL="457200" algn="ctr">
              <a:lnSpc>
                <a:spcPct val="125000"/>
              </a:lnSpc>
              <a:spcBef>
                <a:spcPts val="1866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sz="1800"/>
            </a:lvl1pPr>
            <a:lvl2pPr indent="-228600" lvl="1" marL="914400" algn="ctr">
              <a:lnSpc>
                <a:spcPct val="125000"/>
              </a:lnSpc>
              <a:spcBef>
                <a:spcPts val="1066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sz="1600"/>
            </a:lvl2pPr>
            <a:lvl3pPr indent="-228600" lvl="2" marL="1371600" algn="ctr">
              <a:lnSpc>
                <a:spcPct val="125000"/>
              </a:lnSpc>
              <a:spcBef>
                <a:spcPts val="1066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/>
            </a:lvl3pPr>
            <a:lvl4pPr indent="-228600" lvl="3" marL="1828800" algn="ctr">
              <a:lnSpc>
                <a:spcPct val="125000"/>
              </a:lnSpc>
              <a:spcBef>
                <a:spcPts val="1066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/>
            </a:lvl4pPr>
            <a:lvl5pPr indent="-228600" lvl="4" marL="2286000" algn="ctr">
              <a:lnSpc>
                <a:spcPct val="125000"/>
              </a:lnSpc>
              <a:spcBef>
                <a:spcPts val="1066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/>
            </a:lvl5pPr>
            <a:lvl6pPr indent="-331470" lvl="5" marL="2743200" algn="l">
              <a:lnSpc>
                <a:spcPct val="95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1620"/>
              <a:buChar char="–"/>
              <a:defRPr/>
            </a:lvl6pPr>
            <a:lvl7pPr indent="-331470" lvl="6" marL="3200400" algn="l">
              <a:lnSpc>
                <a:spcPct val="95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1620"/>
              <a:buChar char="–"/>
              <a:defRPr/>
            </a:lvl7pPr>
            <a:lvl8pPr indent="-331470" lvl="7" marL="3657600" algn="l">
              <a:lnSpc>
                <a:spcPct val="95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1620"/>
              <a:buChar char="–"/>
              <a:defRPr/>
            </a:lvl8pPr>
            <a:lvl9pPr indent="-331470" lvl="8" marL="4114800" algn="l">
              <a:lnSpc>
                <a:spcPct val="95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1620"/>
              <a:buChar char="–"/>
              <a:defRPr/>
            </a:lvl9pPr>
          </a:lstStyle>
          <a:p/>
        </p:txBody>
      </p:sp>
      <p:sp>
        <p:nvSpPr>
          <p:cNvPr id="85" name="Google Shape;85;p6"/>
          <p:cNvSpPr txBox="1"/>
          <p:nvPr>
            <p:ph idx="10" type="dt"/>
          </p:nvPr>
        </p:nvSpPr>
        <p:spPr>
          <a:xfrm>
            <a:off x="1117309" y="6400801"/>
            <a:ext cx="1828800" cy="320675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6"/>
          <p:cNvSpPr txBox="1"/>
          <p:nvPr>
            <p:ph idx="11" type="ftr"/>
          </p:nvPr>
        </p:nvSpPr>
        <p:spPr>
          <a:xfrm>
            <a:off x="2986262" y="6400801"/>
            <a:ext cx="6216301" cy="320675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6"/>
          <p:cNvSpPr txBox="1"/>
          <p:nvPr>
            <p:ph idx="12" type="sldNum"/>
          </p:nvPr>
        </p:nvSpPr>
        <p:spPr>
          <a:xfrm>
            <a:off x="10167146" y="6400801"/>
            <a:ext cx="1107518" cy="320675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+ Picture">
  <p:cSld name="Content + Picture">
    <p:bg>
      <p:bgPr>
        <a:solidFill>
          <a:schemeClr val="lt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lose-up of a person's face&#10;&#10;Description automatically generated" id="89" name="Google Shape;89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893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7"/>
          <p:cNvSpPr/>
          <p:nvPr/>
        </p:nvSpPr>
        <p:spPr>
          <a:xfrm>
            <a:off x="1372" y="-19050"/>
            <a:ext cx="12186081" cy="6896100"/>
          </a:xfrm>
          <a:prstGeom prst="rect">
            <a:avLst/>
          </a:prstGeom>
          <a:solidFill>
            <a:schemeClr val="lt1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1" name="Google Shape;91;p7"/>
          <p:cNvSpPr/>
          <p:nvPr/>
        </p:nvSpPr>
        <p:spPr>
          <a:xfrm>
            <a:off x="4397984" y="1828797"/>
            <a:ext cx="64159" cy="506729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92" name="Google Shape;92;p7"/>
          <p:cNvCxnSpPr/>
          <p:nvPr/>
        </p:nvCxnSpPr>
        <p:spPr>
          <a:xfrm>
            <a:off x="4436670" y="0"/>
            <a:ext cx="0" cy="6858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3" name="Google Shape;93;p7"/>
          <p:cNvCxnSpPr/>
          <p:nvPr/>
        </p:nvCxnSpPr>
        <p:spPr>
          <a:xfrm>
            <a:off x="248564" y="1834387"/>
            <a:ext cx="4169664" cy="1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4" name="Google Shape;94;p7"/>
          <p:cNvSpPr/>
          <p:nvPr/>
        </p:nvSpPr>
        <p:spPr>
          <a:xfrm rot="-5400000">
            <a:off x="-1101807" y="1328818"/>
            <a:ext cx="6874329" cy="4216690"/>
          </a:xfrm>
          <a:custGeom>
            <a:rect b="b" l="l" r="r" t="t"/>
            <a:pathLst>
              <a:path extrusionOk="0" h="6858000" w="12188825">
                <a:moveTo>
                  <a:pt x="0" y="0"/>
                </a:moveTo>
                <a:lnTo>
                  <a:pt x="8759825" y="0"/>
                </a:lnTo>
                <a:lnTo>
                  <a:pt x="8761412" y="0"/>
                </a:lnTo>
                <a:lnTo>
                  <a:pt x="8761412" y="40"/>
                </a:lnTo>
                <a:lnTo>
                  <a:pt x="8936281" y="4462"/>
                </a:lnTo>
                <a:cubicBezTo>
                  <a:pt x="10748061" y="96301"/>
                  <a:pt x="12188825" y="1594397"/>
                  <a:pt x="12188825" y="3429000"/>
                </a:cubicBezTo>
                <a:cubicBezTo>
                  <a:pt x="12188825" y="5263603"/>
                  <a:pt x="10748061" y="6761699"/>
                  <a:pt x="8936281" y="6853538"/>
                </a:cubicBezTo>
                <a:lnTo>
                  <a:pt x="8761412" y="6857960"/>
                </a:lnTo>
                <a:lnTo>
                  <a:pt x="8761412" y="6858000"/>
                </a:lnTo>
                <a:lnTo>
                  <a:pt x="8759825" y="6858000"/>
                </a:lnTo>
                <a:lnTo>
                  <a:pt x="0" y="6858000"/>
                </a:lnTo>
                <a:close/>
              </a:path>
            </a:pathLst>
          </a:custGeom>
          <a:noFill/>
          <a:ln cap="flat" cmpd="sng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5" name="Google Shape;95;p7"/>
          <p:cNvSpPr/>
          <p:nvPr/>
        </p:nvSpPr>
        <p:spPr>
          <a:xfrm>
            <a:off x="1417442" y="-1"/>
            <a:ext cx="1828799" cy="1828799"/>
          </a:xfrm>
          <a:prstGeom prst="ellipse">
            <a:avLst/>
          </a:prstGeom>
          <a:noFill/>
          <a:ln cap="flat" cmpd="sng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96" name="Google Shape;96;p7"/>
          <p:cNvCxnSpPr/>
          <p:nvPr/>
        </p:nvCxnSpPr>
        <p:spPr>
          <a:xfrm>
            <a:off x="227012" y="-2"/>
            <a:ext cx="0" cy="6858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7" name="Google Shape;97;p7"/>
          <p:cNvSpPr/>
          <p:nvPr/>
        </p:nvSpPr>
        <p:spPr>
          <a:xfrm>
            <a:off x="11957482" y="0"/>
            <a:ext cx="228600" cy="6858000"/>
          </a:xfrm>
          <a:prstGeom prst="rect">
            <a:avLst/>
          </a:prstGeom>
          <a:solidFill>
            <a:schemeClr val="dk2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98" name="Google Shape;98;p7"/>
          <p:cNvCxnSpPr>
            <a:stCxn id="95" idx="0"/>
            <a:endCxn id="95" idx="4"/>
          </p:cNvCxnSpPr>
          <p:nvPr/>
        </p:nvCxnSpPr>
        <p:spPr>
          <a:xfrm>
            <a:off x="2331842" y="-1"/>
            <a:ext cx="0" cy="18288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9" name="Google Shape;99;p7"/>
          <p:cNvSpPr/>
          <p:nvPr/>
        </p:nvSpPr>
        <p:spPr>
          <a:xfrm>
            <a:off x="-12796" y="0"/>
            <a:ext cx="228600" cy="6858000"/>
          </a:xfrm>
          <a:prstGeom prst="rect">
            <a:avLst/>
          </a:prstGeom>
          <a:solidFill>
            <a:schemeClr val="dk2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0" name="Google Shape;100;p7"/>
          <p:cNvSpPr/>
          <p:nvPr/>
        </p:nvSpPr>
        <p:spPr>
          <a:xfrm>
            <a:off x="4437785" y="0"/>
            <a:ext cx="228600" cy="6858000"/>
          </a:xfrm>
          <a:prstGeom prst="rect">
            <a:avLst/>
          </a:prstGeom>
          <a:solidFill>
            <a:schemeClr val="dk2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1" name="Google Shape;101;p7"/>
          <p:cNvSpPr txBox="1"/>
          <p:nvPr>
            <p:ph type="title"/>
          </p:nvPr>
        </p:nvSpPr>
        <p:spPr>
          <a:xfrm>
            <a:off x="4971944" y="533400"/>
            <a:ext cx="6692772" cy="2209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0" spcFirstLastPara="1" rIns="121875" wrap="square" tIns="60925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Arial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7"/>
          <p:cNvSpPr/>
          <p:nvPr>
            <p:ph idx="2" type="pic"/>
          </p:nvPr>
        </p:nvSpPr>
        <p:spPr>
          <a:xfrm>
            <a:off x="248564" y="1851656"/>
            <a:ext cx="4148048" cy="5006340"/>
          </a:xfrm>
          <a:prstGeom prst="rect">
            <a:avLst/>
          </a:prstGeom>
          <a:noFill/>
          <a:ln>
            <a:noFill/>
          </a:ln>
        </p:spPr>
      </p:sp>
      <p:sp>
        <p:nvSpPr>
          <p:cNvPr id="103" name="Google Shape;103;p7"/>
          <p:cNvSpPr txBox="1"/>
          <p:nvPr>
            <p:ph idx="1" type="body"/>
          </p:nvPr>
        </p:nvSpPr>
        <p:spPr>
          <a:xfrm>
            <a:off x="4971946" y="3048000"/>
            <a:ext cx="6679975" cy="33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0" spcFirstLastPara="1" rIns="121875" wrap="square" tIns="60925">
            <a:normAutofit/>
          </a:bodyPr>
          <a:lstStyle>
            <a:lvl1pPr indent="-228600" lvl="0" marL="457200" algn="ctr">
              <a:lnSpc>
                <a:spcPct val="125000"/>
              </a:lnSpc>
              <a:spcBef>
                <a:spcPts val="1866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sz="1800"/>
            </a:lvl1pPr>
            <a:lvl2pPr indent="-228600" lvl="1" marL="914400" algn="ctr">
              <a:lnSpc>
                <a:spcPct val="125000"/>
              </a:lnSpc>
              <a:spcBef>
                <a:spcPts val="1066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sz="1600"/>
            </a:lvl2pPr>
            <a:lvl3pPr indent="-228600" lvl="2" marL="1371600" algn="ctr">
              <a:lnSpc>
                <a:spcPct val="125000"/>
              </a:lnSpc>
              <a:spcBef>
                <a:spcPts val="1066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/>
            </a:lvl3pPr>
            <a:lvl4pPr indent="-228600" lvl="3" marL="1828800" algn="ctr">
              <a:lnSpc>
                <a:spcPct val="125000"/>
              </a:lnSpc>
              <a:spcBef>
                <a:spcPts val="1066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/>
            </a:lvl4pPr>
            <a:lvl5pPr indent="-228600" lvl="4" marL="2286000" algn="ctr">
              <a:lnSpc>
                <a:spcPct val="125000"/>
              </a:lnSpc>
              <a:spcBef>
                <a:spcPts val="1066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/>
            </a:lvl5pPr>
            <a:lvl6pPr indent="-331470" lvl="5" marL="2743200" algn="l">
              <a:lnSpc>
                <a:spcPct val="95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1620"/>
              <a:buChar char="–"/>
              <a:defRPr/>
            </a:lvl6pPr>
            <a:lvl7pPr indent="-331470" lvl="6" marL="3200400" algn="l">
              <a:lnSpc>
                <a:spcPct val="95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1620"/>
              <a:buChar char="–"/>
              <a:defRPr/>
            </a:lvl7pPr>
            <a:lvl8pPr indent="-331470" lvl="7" marL="3657600" algn="l">
              <a:lnSpc>
                <a:spcPct val="95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1620"/>
              <a:buChar char="–"/>
              <a:defRPr/>
            </a:lvl8pPr>
            <a:lvl9pPr indent="-331470" lvl="8" marL="4114800" algn="l">
              <a:lnSpc>
                <a:spcPct val="95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1620"/>
              <a:buChar char="–"/>
              <a:defRPr/>
            </a:lvl9pPr>
          </a:lstStyle>
          <a:p/>
        </p:txBody>
      </p:sp>
      <p:sp>
        <p:nvSpPr>
          <p:cNvPr id="104" name="Google Shape;104;p7"/>
          <p:cNvSpPr txBox="1"/>
          <p:nvPr>
            <p:ph idx="10" type="dt"/>
          </p:nvPr>
        </p:nvSpPr>
        <p:spPr>
          <a:xfrm>
            <a:off x="1117309" y="6400801"/>
            <a:ext cx="2742486" cy="320675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7"/>
          <p:cNvSpPr txBox="1"/>
          <p:nvPr>
            <p:ph idx="11" type="ftr"/>
          </p:nvPr>
        </p:nvSpPr>
        <p:spPr>
          <a:xfrm>
            <a:off x="4971946" y="6400801"/>
            <a:ext cx="6216301" cy="320675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7"/>
          <p:cNvSpPr txBox="1"/>
          <p:nvPr>
            <p:ph idx="12" type="sldNum"/>
          </p:nvPr>
        </p:nvSpPr>
        <p:spPr>
          <a:xfrm>
            <a:off x="10544403" y="6400801"/>
            <a:ext cx="1107518" cy="320675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Subtitle" showMasterSp="0">
  <p:cSld name="Title + Subtitle">
    <p:bg>
      <p:bgPr>
        <a:solidFill>
          <a:schemeClr val="lt1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ue and pink sky&#10;&#10;Description automatically generated" id="108" name="Google Shape;108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893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8"/>
          <p:cNvSpPr/>
          <p:nvPr/>
        </p:nvSpPr>
        <p:spPr>
          <a:xfrm>
            <a:off x="0" y="0"/>
            <a:ext cx="12188821" cy="6896100"/>
          </a:xfrm>
          <a:prstGeom prst="rect">
            <a:avLst/>
          </a:prstGeom>
          <a:solidFill>
            <a:schemeClr val="lt1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0" name="Google Shape;110;p8"/>
          <p:cNvSpPr/>
          <p:nvPr/>
        </p:nvSpPr>
        <p:spPr>
          <a:xfrm rot="5400000">
            <a:off x="1408905" y="1905795"/>
            <a:ext cx="228600" cy="3046410"/>
          </a:xfrm>
          <a:prstGeom prst="rect">
            <a:avLst/>
          </a:prstGeom>
          <a:solidFill>
            <a:schemeClr val="dk2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1" name="Google Shape;111;p8"/>
          <p:cNvSpPr txBox="1"/>
          <p:nvPr>
            <p:ph type="title"/>
          </p:nvPr>
        </p:nvSpPr>
        <p:spPr>
          <a:xfrm>
            <a:off x="3275807" y="400051"/>
            <a:ext cx="5637210" cy="2914649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600"/>
              <a:buFont typeface="Arial"/>
              <a:buNone/>
              <a:defRPr b="0" sz="66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8"/>
          <p:cNvSpPr/>
          <p:nvPr/>
        </p:nvSpPr>
        <p:spPr>
          <a:xfrm>
            <a:off x="-77788" y="1320655"/>
            <a:ext cx="3124198" cy="4216690"/>
          </a:xfrm>
          <a:custGeom>
            <a:rect b="b" l="l" r="r" t="t"/>
            <a:pathLst>
              <a:path extrusionOk="0" h="4216690" w="3124198">
                <a:moveTo>
                  <a:pt x="0" y="0"/>
                </a:moveTo>
                <a:lnTo>
                  <a:pt x="1190290" y="0"/>
                </a:lnTo>
                <a:lnTo>
                  <a:pt x="1191185" y="0"/>
                </a:lnTo>
                <a:lnTo>
                  <a:pt x="1191185" y="25"/>
                </a:lnTo>
                <a:lnTo>
                  <a:pt x="1289808" y="2744"/>
                </a:lnTo>
                <a:cubicBezTo>
                  <a:pt x="2311627" y="59211"/>
                  <a:pt x="3124198" y="980326"/>
                  <a:pt x="3124198" y="2108345"/>
                </a:cubicBezTo>
                <a:cubicBezTo>
                  <a:pt x="3124198" y="3236364"/>
                  <a:pt x="2311627" y="4157479"/>
                  <a:pt x="1289808" y="4213947"/>
                </a:cubicBezTo>
                <a:lnTo>
                  <a:pt x="1191185" y="4216666"/>
                </a:lnTo>
                <a:lnTo>
                  <a:pt x="1191185" y="4216690"/>
                </a:lnTo>
                <a:lnTo>
                  <a:pt x="1190290" y="4216690"/>
                </a:lnTo>
                <a:lnTo>
                  <a:pt x="0" y="4216690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3" name="Google Shape;113;p8"/>
          <p:cNvSpPr/>
          <p:nvPr/>
        </p:nvSpPr>
        <p:spPr>
          <a:xfrm rot="10800000">
            <a:off x="9142411" y="1320656"/>
            <a:ext cx="3124198" cy="4216690"/>
          </a:xfrm>
          <a:custGeom>
            <a:rect b="b" l="l" r="r" t="t"/>
            <a:pathLst>
              <a:path extrusionOk="0" h="4216690" w="3124198">
                <a:moveTo>
                  <a:pt x="0" y="0"/>
                </a:moveTo>
                <a:lnTo>
                  <a:pt x="1190290" y="0"/>
                </a:lnTo>
                <a:lnTo>
                  <a:pt x="1191185" y="0"/>
                </a:lnTo>
                <a:lnTo>
                  <a:pt x="1191185" y="25"/>
                </a:lnTo>
                <a:lnTo>
                  <a:pt x="1289808" y="2744"/>
                </a:lnTo>
                <a:cubicBezTo>
                  <a:pt x="2311627" y="59211"/>
                  <a:pt x="3124198" y="980326"/>
                  <a:pt x="3124198" y="2108345"/>
                </a:cubicBezTo>
                <a:cubicBezTo>
                  <a:pt x="3124198" y="3236364"/>
                  <a:pt x="2311627" y="4157479"/>
                  <a:pt x="1289808" y="4213947"/>
                </a:cubicBezTo>
                <a:lnTo>
                  <a:pt x="1191185" y="4216666"/>
                </a:lnTo>
                <a:lnTo>
                  <a:pt x="1191185" y="4216690"/>
                </a:lnTo>
                <a:lnTo>
                  <a:pt x="1190290" y="4216690"/>
                </a:lnTo>
                <a:lnTo>
                  <a:pt x="0" y="4216690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4" name="Google Shape;114;p8"/>
          <p:cNvSpPr/>
          <p:nvPr/>
        </p:nvSpPr>
        <p:spPr>
          <a:xfrm rot="5400000">
            <a:off x="10551316" y="1905795"/>
            <a:ext cx="228600" cy="3046410"/>
          </a:xfrm>
          <a:prstGeom prst="rect">
            <a:avLst/>
          </a:prstGeom>
          <a:solidFill>
            <a:schemeClr val="dk2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5" name="Google Shape;115;p8"/>
          <p:cNvSpPr txBox="1"/>
          <p:nvPr>
            <p:ph idx="1" type="body"/>
          </p:nvPr>
        </p:nvSpPr>
        <p:spPr>
          <a:xfrm>
            <a:off x="3275807" y="3543300"/>
            <a:ext cx="5637210" cy="2628899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875" spcFirstLastPara="1" rIns="121875" wrap="square" tIns="60925">
            <a:normAutofit/>
          </a:bodyPr>
          <a:lstStyle>
            <a:lvl1pPr indent="-228600" lvl="0" marL="4572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/>
            </a:lvl1pPr>
            <a:lvl2pPr indent="-228600" lvl="1" marL="9144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/>
            </a:lvl2pPr>
            <a:lvl3pPr indent="-228600" lvl="2" marL="13716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/>
            </a:lvl3pPr>
            <a:lvl4pPr indent="-228600" lvl="3" marL="18288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/>
            </a:lvl4pPr>
            <a:lvl5pPr indent="-228600" lvl="4" marL="22860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/>
            </a:lvl5pPr>
            <a:lvl6pPr indent="-331470" lvl="5" marL="2743200" algn="l">
              <a:lnSpc>
                <a:spcPct val="95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1620"/>
              <a:buChar char="–"/>
              <a:defRPr/>
            </a:lvl6pPr>
            <a:lvl7pPr indent="-331470" lvl="6" marL="3200400" algn="l">
              <a:lnSpc>
                <a:spcPct val="95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1620"/>
              <a:buChar char="–"/>
              <a:defRPr/>
            </a:lvl7pPr>
            <a:lvl8pPr indent="-331470" lvl="7" marL="3657600" algn="l">
              <a:lnSpc>
                <a:spcPct val="95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1620"/>
              <a:buChar char="–"/>
              <a:defRPr/>
            </a:lvl8pPr>
            <a:lvl9pPr indent="-331470" lvl="8" marL="4114800" algn="l">
              <a:lnSpc>
                <a:spcPct val="95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1620"/>
              <a:buChar char="–"/>
              <a:defRPr/>
            </a:lvl9pPr>
          </a:lstStyle>
          <a:p/>
        </p:txBody>
      </p:sp>
      <p:grpSp>
        <p:nvGrpSpPr>
          <p:cNvPr id="116" name="Google Shape;116;p8"/>
          <p:cNvGrpSpPr/>
          <p:nvPr/>
        </p:nvGrpSpPr>
        <p:grpSpPr>
          <a:xfrm>
            <a:off x="2140743" y="0"/>
            <a:ext cx="7907338" cy="6858000"/>
            <a:chOff x="2149474" y="0"/>
            <a:chExt cx="7907338" cy="6858000"/>
          </a:xfrm>
        </p:grpSpPr>
        <p:cxnSp>
          <p:nvCxnSpPr>
            <p:cNvPr id="117" name="Google Shape;117;p8"/>
            <p:cNvCxnSpPr/>
            <p:nvPr/>
          </p:nvCxnSpPr>
          <p:spPr>
            <a:xfrm>
              <a:off x="2149474" y="0"/>
              <a:ext cx="0" cy="685800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8" name="Google Shape;118;p8"/>
            <p:cNvCxnSpPr/>
            <p:nvPr/>
          </p:nvCxnSpPr>
          <p:spPr>
            <a:xfrm>
              <a:off x="10056812" y="0"/>
              <a:ext cx="0" cy="685800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19" name="Google Shape;119;p8"/>
          <p:cNvSpPr/>
          <p:nvPr/>
        </p:nvSpPr>
        <p:spPr>
          <a:xfrm>
            <a:off x="1307414" y="-76200"/>
            <a:ext cx="9573996" cy="7028180"/>
          </a:xfrm>
          <a:custGeom>
            <a:rect b="b" l="l" r="r" t="t"/>
            <a:pathLst>
              <a:path extrusionOk="0" h="7028180" w="9573996">
                <a:moveTo>
                  <a:pt x="1528240" y="0"/>
                </a:moveTo>
                <a:lnTo>
                  <a:pt x="8045757" y="0"/>
                </a:lnTo>
                <a:lnTo>
                  <a:pt x="8171917" y="120282"/>
                </a:lnTo>
                <a:cubicBezTo>
                  <a:pt x="9038193" y="986559"/>
                  <a:pt x="9573996" y="2183308"/>
                  <a:pt x="9573996" y="3505201"/>
                </a:cubicBezTo>
                <a:cubicBezTo>
                  <a:pt x="9573996" y="4827094"/>
                  <a:pt x="9038193" y="6023844"/>
                  <a:pt x="8171917" y="6890120"/>
                </a:cubicBezTo>
                <a:lnTo>
                  <a:pt x="8027110" y="7028180"/>
                </a:lnTo>
                <a:lnTo>
                  <a:pt x="1546886" y="7028180"/>
                </a:lnTo>
                <a:lnTo>
                  <a:pt x="1402080" y="6890120"/>
                </a:lnTo>
                <a:cubicBezTo>
                  <a:pt x="535803" y="6023844"/>
                  <a:pt x="0" y="4827094"/>
                  <a:pt x="0" y="3505201"/>
                </a:cubicBezTo>
                <a:cubicBezTo>
                  <a:pt x="0" y="2183308"/>
                  <a:pt x="535803" y="986559"/>
                  <a:pt x="1402080" y="120282"/>
                </a:cubicBezTo>
                <a:close/>
              </a:path>
            </a:pathLst>
          </a:custGeom>
          <a:noFill/>
          <a:ln cap="flat" cmpd="sng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0" name="Google Shape;120;p8"/>
          <p:cNvSpPr txBox="1"/>
          <p:nvPr>
            <p:ph idx="10" type="dt"/>
          </p:nvPr>
        </p:nvSpPr>
        <p:spPr>
          <a:xfrm>
            <a:off x="1117309" y="6400801"/>
            <a:ext cx="1828800" cy="320675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8"/>
          <p:cNvSpPr txBox="1"/>
          <p:nvPr>
            <p:ph idx="11" type="ftr"/>
          </p:nvPr>
        </p:nvSpPr>
        <p:spPr>
          <a:xfrm>
            <a:off x="2986262" y="6400801"/>
            <a:ext cx="6216301" cy="320675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8"/>
          <p:cNvSpPr txBox="1"/>
          <p:nvPr>
            <p:ph idx="12" type="sldNum"/>
          </p:nvPr>
        </p:nvSpPr>
        <p:spPr>
          <a:xfrm>
            <a:off x="10167146" y="6400801"/>
            <a:ext cx="1107518" cy="320675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">
  <p:cSld name="Content 2">
    <p:bg>
      <p:bgPr>
        <a:solidFill>
          <a:schemeClr val="lt1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white and pink gradient&#10;&#10;Description automatically generated" id="124" name="Google Shape;124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893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9"/>
          <p:cNvSpPr/>
          <p:nvPr/>
        </p:nvSpPr>
        <p:spPr>
          <a:xfrm>
            <a:off x="0" y="0"/>
            <a:ext cx="12216032" cy="6896100"/>
          </a:xfrm>
          <a:prstGeom prst="rect">
            <a:avLst/>
          </a:prstGeom>
          <a:solidFill>
            <a:schemeClr val="lt1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6" name="Google Shape;126;p9"/>
          <p:cNvSpPr txBox="1"/>
          <p:nvPr>
            <p:ph type="title"/>
          </p:nvPr>
        </p:nvSpPr>
        <p:spPr>
          <a:xfrm>
            <a:off x="1522418" y="990600"/>
            <a:ext cx="4343392" cy="4715764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875" spcFirstLastPara="1" rIns="121875" wrap="square" tIns="60925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Arial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9"/>
          <p:cNvSpPr txBox="1"/>
          <p:nvPr>
            <p:ph idx="1" type="body"/>
          </p:nvPr>
        </p:nvSpPr>
        <p:spPr>
          <a:xfrm>
            <a:off x="6161756" y="990600"/>
            <a:ext cx="3962387" cy="4715764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875" spcFirstLastPara="1" rIns="121875" wrap="square" tIns="60925">
            <a:normAutofit/>
          </a:bodyPr>
          <a:lstStyle>
            <a:lvl1pPr indent="-342900" lvl="0" marL="457200" algn="l">
              <a:lnSpc>
                <a:spcPct val="125000"/>
              </a:lnSpc>
              <a:spcBef>
                <a:spcPts val="1866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800"/>
            </a:lvl1pPr>
            <a:lvl2pPr indent="-342900" lvl="1" marL="914400" algn="l">
              <a:lnSpc>
                <a:spcPct val="125000"/>
              </a:lnSpc>
              <a:spcBef>
                <a:spcPts val="1066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800"/>
            </a:lvl2pPr>
            <a:lvl3pPr indent="-342900" lvl="2" marL="1371600" algn="l">
              <a:lnSpc>
                <a:spcPct val="125000"/>
              </a:lnSpc>
              <a:spcBef>
                <a:spcPts val="1066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800"/>
            </a:lvl3pPr>
            <a:lvl4pPr indent="-342900" lvl="3" marL="1828800" algn="l">
              <a:lnSpc>
                <a:spcPct val="125000"/>
              </a:lnSpc>
              <a:spcBef>
                <a:spcPts val="1066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800"/>
            </a:lvl4pPr>
            <a:lvl5pPr indent="-342900" lvl="4" marL="2286000" algn="l">
              <a:lnSpc>
                <a:spcPct val="125000"/>
              </a:lnSpc>
              <a:spcBef>
                <a:spcPts val="1066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800"/>
            </a:lvl5pPr>
            <a:lvl6pPr indent="-331470" lvl="5" marL="2743200" algn="l">
              <a:lnSpc>
                <a:spcPct val="95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1620"/>
              <a:buChar char="–"/>
              <a:defRPr sz="1800"/>
            </a:lvl6pPr>
            <a:lvl7pPr indent="-331470" lvl="6" marL="3200400" algn="l">
              <a:lnSpc>
                <a:spcPct val="95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1620"/>
              <a:buChar char="–"/>
              <a:defRPr sz="1800"/>
            </a:lvl7pPr>
            <a:lvl8pPr indent="-331470" lvl="7" marL="3657600" algn="l">
              <a:lnSpc>
                <a:spcPct val="95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1620"/>
              <a:buChar char="–"/>
              <a:defRPr sz="1800"/>
            </a:lvl8pPr>
            <a:lvl9pPr indent="-331470" lvl="8" marL="4114800" algn="l">
              <a:lnSpc>
                <a:spcPct val="95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1620"/>
              <a:buChar char="–"/>
              <a:defRPr sz="1800"/>
            </a:lvl9pPr>
          </a:lstStyle>
          <a:p/>
        </p:txBody>
      </p:sp>
      <p:sp>
        <p:nvSpPr>
          <p:cNvPr id="128" name="Google Shape;128;p9"/>
          <p:cNvSpPr txBox="1"/>
          <p:nvPr>
            <p:ph idx="10" type="dt"/>
          </p:nvPr>
        </p:nvSpPr>
        <p:spPr>
          <a:xfrm>
            <a:off x="1117309" y="6400801"/>
            <a:ext cx="2742486" cy="320675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9"/>
          <p:cNvSpPr txBox="1"/>
          <p:nvPr>
            <p:ph idx="11" type="ftr"/>
          </p:nvPr>
        </p:nvSpPr>
        <p:spPr>
          <a:xfrm>
            <a:off x="3907842" y="6400801"/>
            <a:ext cx="6216301" cy="320675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9"/>
          <p:cNvSpPr txBox="1"/>
          <p:nvPr>
            <p:ph idx="12" type="sldNum"/>
          </p:nvPr>
        </p:nvSpPr>
        <p:spPr>
          <a:xfrm>
            <a:off x="10167146" y="6400801"/>
            <a:ext cx="1107518" cy="320675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cxnSp>
        <p:nvCxnSpPr>
          <p:cNvPr id="131" name="Google Shape;131;p9"/>
          <p:cNvCxnSpPr/>
          <p:nvPr/>
        </p:nvCxnSpPr>
        <p:spPr>
          <a:xfrm>
            <a:off x="1141412" y="0"/>
            <a:ext cx="0" cy="6858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2" name="Google Shape;132;p9"/>
          <p:cNvSpPr/>
          <p:nvPr/>
        </p:nvSpPr>
        <p:spPr>
          <a:xfrm>
            <a:off x="-1588" y="457200"/>
            <a:ext cx="11648687" cy="5943600"/>
          </a:xfrm>
          <a:custGeom>
            <a:rect b="b" l="l" r="r" t="t"/>
            <a:pathLst>
              <a:path extrusionOk="0" h="6858000" w="12188825">
                <a:moveTo>
                  <a:pt x="0" y="0"/>
                </a:moveTo>
                <a:lnTo>
                  <a:pt x="8759825" y="0"/>
                </a:lnTo>
                <a:lnTo>
                  <a:pt x="8761412" y="0"/>
                </a:lnTo>
                <a:lnTo>
                  <a:pt x="8761412" y="40"/>
                </a:lnTo>
                <a:lnTo>
                  <a:pt x="8936281" y="4462"/>
                </a:lnTo>
                <a:cubicBezTo>
                  <a:pt x="10748061" y="96301"/>
                  <a:pt x="12188825" y="1594397"/>
                  <a:pt x="12188825" y="3429000"/>
                </a:cubicBezTo>
                <a:cubicBezTo>
                  <a:pt x="12188825" y="5263603"/>
                  <a:pt x="10748061" y="6761699"/>
                  <a:pt x="8936281" y="6853538"/>
                </a:cubicBezTo>
                <a:lnTo>
                  <a:pt x="8761412" y="6857960"/>
                </a:lnTo>
                <a:lnTo>
                  <a:pt x="8761412" y="6858000"/>
                </a:lnTo>
                <a:lnTo>
                  <a:pt x="8759825" y="6858000"/>
                </a:lnTo>
                <a:lnTo>
                  <a:pt x="0" y="6858000"/>
                </a:lnTo>
                <a:close/>
              </a:path>
            </a:pathLst>
          </a:custGeom>
          <a:noFill/>
          <a:ln cap="flat" cmpd="sng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3" name="Google Shape;133;p9"/>
          <p:cNvSpPr/>
          <p:nvPr/>
        </p:nvSpPr>
        <p:spPr>
          <a:xfrm>
            <a:off x="0" y="0"/>
            <a:ext cx="12188825" cy="6858000"/>
          </a:xfrm>
          <a:custGeom>
            <a:rect b="b" l="l" r="r" t="t"/>
            <a:pathLst>
              <a:path extrusionOk="0" h="6858000" w="12188825">
                <a:moveTo>
                  <a:pt x="0" y="0"/>
                </a:moveTo>
                <a:lnTo>
                  <a:pt x="8759825" y="0"/>
                </a:lnTo>
                <a:lnTo>
                  <a:pt x="8761412" y="0"/>
                </a:lnTo>
                <a:lnTo>
                  <a:pt x="8761412" y="40"/>
                </a:lnTo>
                <a:lnTo>
                  <a:pt x="8936281" y="4462"/>
                </a:lnTo>
                <a:cubicBezTo>
                  <a:pt x="10748061" y="96301"/>
                  <a:pt x="12188825" y="1594397"/>
                  <a:pt x="12188825" y="3429000"/>
                </a:cubicBezTo>
                <a:cubicBezTo>
                  <a:pt x="12188825" y="5263603"/>
                  <a:pt x="10748061" y="6761699"/>
                  <a:pt x="8936281" y="6853538"/>
                </a:cubicBezTo>
                <a:lnTo>
                  <a:pt x="8761412" y="6857960"/>
                </a:lnTo>
                <a:lnTo>
                  <a:pt x="8761412" y="6858000"/>
                </a:lnTo>
                <a:lnTo>
                  <a:pt x="8759825" y="6858000"/>
                </a:lnTo>
                <a:lnTo>
                  <a:pt x="0" y="6858000"/>
                </a:lnTo>
                <a:close/>
              </a:path>
            </a:pathLst>
          </a:custGeom>
          <a:noFill/>
          <a:ln cap="flat" cmpd="sng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4" name="Google Shape;134;p9"/>
          <p:cNvSpPr/>
          <p:nvPr/>
        </p:nvSpPr>
        <p:spPr>
          <a:xfrm>
            <a:off x="3492" y="0"/>
            <a:ext cx="228600" cy="6858000"/>
          </a:xfrm>
          <a:prstGeom prst="rect">
            <a:avLst/>
          </a:prstGeom>
          <a:solidFill>
            <a:schemeClr val="dk2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5" name="Google Shape;135;p9"/>
          <p:cNvSpPr/>
          <p:nvPr/>
        </p:nvSpPr>
        <p:spPr>
          <a:xfrm>
            <a:off x="10940044" y="2156118"/>
            <a:ext cx="1373186" cy="2545766"/>
          </a:xfrm>
          <a:custGeom>
            <a:rect b="b" l="l" r="r" t="t"/>
            <a:pathLst>
              <a:path extrusionOk="0" h="2545766" w="1373186">
                <a:moveTo>
                  <a:pt x="1272884" y="0"/>
                </a:moveTo>
                <a:lnTo>
                  <a:pt x="1373186" y="5065"/>
                </a:lnTo>
                <a:lnTo>
                  <a:pt x="1373186" y="2540701"/>
                </a:lnTo>
                <a:lnTo>
                  <a:pt x="1272884" y="2545766"/>
                </a:lnTo>
                <a:cubicBezTo>
                  <a:pt x="569890" y="2545766"/>
                  <a:pt x="0" y="1975877"/>
                  <a:pt x="0" y="1272883"/>
                </a:cubicBezTo>
                <a:cubicBezTo>
                  <a:pt x="0" y="569889"/>
                  <a:pt x="569890" y="0"/>
                  <a:pt x="1272884" y="0"/>
                </a:cubicBezTo>
                <a:close/>
              </a:path>
            </a:pathLst>
          </a:custGeom>
          <a:noFill/>
          <a:ln cap="flat" cmpd="sng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6" name="Google Shape;136;p9"/>
          <p:cNvSpPr/>
          <p:nvPr/>
        </p:nvSpPr>
        <p:spPr>
          <a:xfrm flipH="1" rot="-5400000">
            <a:off x="11450135" y="2804611"/>
            <a:ext cx="228600" cy="1248782"/>
          </a:xfrm>
          <a:prstGeom prst="rect">
            <a:avLst/>
          </a:prstGeom>
          <a:solidFill>
            <a:schemeClr val="dk2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 1 ">
  <p:cSld name="Two Content 1 ">
    <p:bg>
      <p:bgPr>
        <a:solidFill>
          <a:schemeClr val="lt1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lose-up of a pink and blue gradient&#10;&#10;Description automatically generated" id="138" name="Google Shape;138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893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0"/>
          <p:cNvSpPr/>
          <p:nvPr/>
        </p:nvSpPr>
        <p:spPr>
          <a:xfrm>
            <a:off x="0" y="0"/>
            <a:ext cx="12216032" cy="6896100"/>
          </a:xfrm>
          <a:prstGeom prst="rect">
            <a:avLst/>
          </a:prstGeom>
          <a:solidFill>
            <a:schemeClr val="lt1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40" name="Google Shape;140;p10"/>
          <p:cNvCxnSpPr/>
          <p:nvPr/>
        </p:nvCxnSpPr>
        <p:spPr>
          <a:xfrm>
            <a:off x="417512" y="0"/>
            <a:ext cx="0" cy="68580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1" name="Google Shape;141;p10"/>
          <p:cNvCxnSpPr/>
          <p:nvPr/>
        </p:nvCxnSpPr>
        <p:spPr>
          <a:xfrm>
            <a:off x="11771312" y="0"/>
            <a:ext cx="0" cy="68580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2" name="Google Shape;142;p10"/>
          <p:cNvSpPr/>
          <p:nvPr/>
        </p:nvSpPr>
        <p:spPr>
          <a:xfrm>
            <a:off x="-87028" y="2552700"/>
            <a:ext cx="923640" cy="1752600"/>
          </a:xfrm>
          <a:custGeom>
            <a:rect b="b" l="l" r="r" t="t"/>
            <a:pathLst>
              <a:path extrusionOk="0" h="1752600" w="923640">
                <a:moveTo>
                  <a:pt x="47340" y="0"/>
                </a:moveTo>
                <a:cubicBezTo>
                  <a:pt x="531307" y="0"/>
                  <a:pt x="923640" y="392333"/>
                  <a:pt x="923640" y="876300"/>
                </a:cubicBezTo>
                <a:cubicBezTo>
                  <a:pt x="923640" y="1360267"/>
                  <a:pt x="531307" y="1752600"/>
                  <a:pt x="47340" y="1752600"/>
                </a:cubicBezTo>
                <a:lnTo>
                  <a:pt x="0" y="1747828"/>
                </a:lnTo>
                <a:lnTo>
                  <a:pt x="0" y="4772"/>
                </a:lnTo>
                <a:close/>
              </a:path>
            </a:pathLst>
          </a:cu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3" name="Google Shape;143;p10"/>
          <p:cNvSpPr/>
          <p:nvPr/>
        </p:nvSpPr>
        <p:spPr>
          <a:xfrm rot="5400000">
            <a:off x="304005" y="3010695"/>
            <a:ext cx="228600" cy="836614"/>
          </a:xfrm>
          <a:prstGeom prst="rect">
            <a:avLst/>
          </a:prstGeom>
          <a:solidFill>
            <a:schemeClr val="dk2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4" name="Google Shape;144;p10"/>
          <p:cNvSpPr/>
          <p:nvPr/>
        </p:nvSpPr>
        <p:spPr>
          <a:xfrm flipH="1">
            <a:off x="11352212" y="2552700"/>
            <a:ext cx="923640" cy="1752600"/>
          </a:xfrm>
          <a:custGeom>
            <a:rect b="b" l="l" r="r" t="t"/>
            <a:pathLst>
              <a:path extrusionOk="0" h="1752600" w="923640">
                <a:moveTo>
                  <a:pt x="47340" y="0"/>
                </a:moveTo>
                <a:lnTo>
                  <a:pt x="0" y="4772"/>
                </a:lnTo>
                <a:lnTo>
                  <a:pt x="0" y="1747828"/>
                </a:lnTo>
                <a:lnTo>
                  <a:pt x="47340" y="1752600"/>
                </a:lnTo>
                <a:cubicBezTo>
                  <a:pt x="531307" y="1752600"/>
                  <a:pt x="923640" y="1360267"/>
                  <a:pt x="923640" y="876300"/>
                </a:cubicBezTo>
                <a:cubicBezTo>
                  <a:pt x="923640" y="392333"/>
                  <a:pt x="531307" y="0"/>
                  <a:pt x="47340" y="0"/>
                </a:cubicBezTo>
                <a:close/>
              </a:path>
            </a:pathLst>
          </a:cu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5" name="Google Shape;145;p10"/>
          <p:cNvSpPr/>
          <p:nvPr/>
        </p:nvSpPr>
        <p:spPr>
          <a:xfrm flipH="1" rot="-5400000">
            <a:off x="11656219" y="3010695"/>
            <a:ext cx="228600" cy="836614"/>
          </a:xfrm>
          <a:prstGeom prst="rect">
            <a:avLst/>
          </a:prstGeom>
          <a:solidFill>
            <a:schemeClr val="dk2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6" name="Google Shape;146;p10"/>
          <p:cNvSpPr txBox="1"/>
          <p:nvPr>
            <p:ph type="title"/>
          </p:nvPr>
        </p:nvSpPr>
        <p:spPr>
          <a:xfrm>
            <a:off x="686141" y="304800"/>
            <a:ext cx="10816542" cy="1409696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875" spcFirstLastPara="1" rIns="121875" wrap="square" tIns="60925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Arial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10"/>
          <p:cNvSpPr txBox="1"/>
          <p:nvPr>
            <p:ph idx="1" type="body"/>
          </p:nvPr>
        </p:nvSpPr>
        <p:spPr>
          <a:xfrm>
            <a:off x="1190685" y="1962146"/>
            <a:ext cx="4761153" cy="4210054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875" spcFirstLastPara="1" rIns="121875" wrap="square" tIns="60925">
            <a:normAutofit/>
          </a:bodyPr>
          <a:lstStyle>
            <a:lvl1pPr indent="-342900" lvl="0" marL="457200" algn="l">
              <a:lnSpc>
                <a:spcPct val="125000"/>
              </a:lnSpc>
              <a:spcBef>
                <a:spcPts val="1866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 sz="18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42900" lvl="1" marL="914400" algn="l">
              <a:lnSpc>
                <a:spcPct val="125000"/>
              </a:lnSpc>
              <a:spcBef>
                <a:spcPts val="1066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8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42900" lvl="2" marL="1371600" algn="l">
              <a:lnSpc>
                <a:spcPct val="125000"/>
              </a:lnSpc>
              <a:spcBef>
                <a:spcPts val="1066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8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42900" lvl="3" marL="1828800" algn="l">
              <a:lnSpc>
                <a:spcPct val="125000"/>
              </a:lnSpc>
              <a:spcBef>
                <a:spcPts val="1066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8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42900" lvl="4" marL="2286000" algn="l">
              <a:lnSpc>
                <a:spcPct val="125000"/>
              </a:lnSpc>
              <a:spcBef>
                <a:spcPts val="1066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8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31470" lvl="5" marL="2743200" algn="l">
              <a:lnSpc>
                <a:spcPct val="95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1620"/>
              <a:buChar char="–"/>
              <a:defRPr sz="1800"/>
            </a:lvl6pPr>
            <a:lvl7pPr indent="-331470" lvl="6" marL="3200400" algn="l">
              <a:lnSpc>
                <a:spcPct val="95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1620"/>
              <a:buChar char="–"/>
              <a:defRPr sz="1800"/>
            </a:lvl7pPr>
            <a:lvl8pPr indent="-331470" lvl="7" marL="3657600" algn="l">
              <a:lnSpc>
                <a:spcPct val="95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1620"/>
              <a:buChar char="–"/>
              <a:defRPr sz="1800"/>
            </a:lvl8pPr>
            <a:lvl9pPr indent="-331470" lvl="8" marL="4114800" algn="l">
              <a:lnSpc>
                <a:spcPct val="95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1620"/>
              <a:buChar char="–"/>
              <a:defRPr sz="1800"/>
            </a:lvl9pPr>
          </a:lstStyle>
          <a:p/>
        </p:txBody>
      </p:sp>
      <p:sp>
        <p:nvSpPr>
          <p:cNvPr id="148" name="Google Shape;148;p10"/>
          <p:cNvSpPr txBox="1"/>
          <p:nvPr>
            <p:ph idx="2" type="body"/>
          </p:nvPr>
        </p:nvSpPr>
        <p:spPr>
          <a:xfrm>
            <a:off x="6236990" y="1962146"/>
            <a:ext cx="4761153" cy="4210054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875" spcFirstLastPara="1" rIns="121875" wrap="square" tIns="60925">
            <a:normAutofit/>
          </a:bodyPr>
          <a:lstStyle>
            <a:lvl1pPr indent="-342900" lvl="0" marL="457200" algn="l">
              <a:lnSpc>
                <a:spcPct val="125000"/>
              </a:lnSpc>
              <a:spcBef>
                <a:spcPts val="1866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 sz="18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42900" lvl="1" marL="914400" algn="l">
              <a:lnSpc>
                <a:spcPct val="125000"/>
              </a:lnSpc>
              <a:spcBef>
                <a:spcPts val="1066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8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42900" lvl="2" marL="1371600" algn="l">
              <a:lnSpc>
                <a:spcPct val="125000"/>
              </a:lnSpc>
              <a:spcBef>
                <a:spcPts val="1066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8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42900" lvl="3" marL="1828800" algn="l">
              <a:lnSpc>
                <a:spcPct val="125000"/>
              </a:lnSpc>
              <a:spcBef>
                <a:spcPts val="1066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8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42900" lvl="4" marL="2286000" algn="l">
              <a:lnSpc>
                <a:spcPct val="125000"/>
              </a:lnSpc>
              <a:spcBef>
                <a:spcPts val="1066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8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31470" lvl="5" marL="2743200" algn="l">
              <a:lnSpc>
                <a:spcPct val="95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1620"/>
              <a:buChar char="–"/>
              <a:defRPr sz="1800"/>
            </a:lvl6pPr>
            <a:lvl7pPr indent="-331470" lvl="6" marL="3200400" algn="l">
              <a:lnSpc>
                <a:spcPct val="95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1620"/>
              <a:buChar char="–"/>
              <a:defRPr sz="1800"/>
            </a:lvl7pPr>
            <a:lvl8pPr indent="-331470" lvl="7" marL="3657600" algn="l">
              <a:lnSpc>
                <a:spcPct val="95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1620"/>
              <a:buChar char="–"/>
              <a:defRPr sz="1800"/>
            </a:lvl8pPr>
            <a:lvl9pPr indent="-331470" lvl="8" marL="4114800" algn="l">
              <a:lnSpc>
                <a:spcPct val="95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1620"/>
              <a:buChar char="–"/>
              <a:defRPr sz="1800"/>
            </a:lvl9pPr>
          </a:lstStyle>
          <a:p/>
        </p:txBody>
      </p:sp>
      <p:sp>
        <p:nvSpPr>
          <p:cNvPr id="149" name="Google Shape;149;p10"/>
          <p:cNvSpPr txBox="1"/>
          <p:nvPr>
            <p:ph idx="10" type="dt"/>
          </p:nvPr>
        </p:nvSpPr>
        <p:spPr>
          <a:xfrm>
            <a:off x="1117309" y="6400801"/>
            <a:ext cx="2742486" cy="320675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10"/>
          <p:cNvSpPr txBox="1"/>
          <p:nvPr>
            <p:ph idx="11" type="ftr"/>
          </p:nvPr>
        </p:nvSpPr>
        <p:spPr>
          <a:xfrm>
            <a:off x="3907842" y="6400801"/>
            <a:ext cx="6216301" cy="320675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10"/>
          <p:cNvSpPr txBox="1"/>
          <p:nvPr>
            <p:ph idx="12" type="sldNum"/>
          </p:nvPr>
        </p:nvSpPr>
        <p:spPr>
          <a:xfrm>
            <a:off x="10167146" y="6400801"/>
            <a:ext cx="1107518" cy="320675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+ Table">
  <p:cSld name="Content + Table">
    <p:bg>
      <p:bgPr>
        <a:solidFill>
          <a:schemeClr val="lt1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ue and pink sky&#10;&#10;Description automatically generated" id="153" name="Google Shape;153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893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1"/>
          <p:cNvSpPr/>
          <p:nvPr/>
        </p:nvSpPr>
        <p:spPr>
          <a:xfrm>
            <a:off x="0" y="0"/>
            <a:ext cx="12216032" cy="6896100"/>
          </a:xfrm>
          <a:prstGeom prst="rect">
            <a:avLst/>
          </a:prstGeom>
          <a:solidFill>
            <a:schemeClr val="lt1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5" name="Google Shape;155;p11"/>
          <p:cNvSpPr txBox="1"/>
          <p:nvPr>
            <p:ph type="title"/>
          </p:nvPr>
        </p:nvSpPr>
        <p:spPr>
          <a:xfrm>
            <a:off x="684212" y="304800"/>
            <a:ext cx="10816543" cy="1409696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875" spcFirstLastPara="1" rIns="121875" wrap="square" tIns="60925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Arial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11"/>
          <p:cNvSpPr txBox="1"/>
          <p:nvPr>
            <p:ph idx="1" type="body"/>
          </p:nvPr>
        </p:nvSpPr>
        <p:spPr>
          <a:xfrm>
            <a:off x="1190685" y="1981199"/>
            <a:ext cx="4761153" cy="4343403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875" spcFirstLastPara="1" rIns="121875" wrap="square" tIns="60925">
            <a:normAutofit/>
          </a:bodyPr>
          <a:lstStyle>
            <a:lvl1pPr indent="-228600" lvl="0" marL="457200" algn="l">
              <a:lnSpc>
                <a:spcPct val="125000"/>
              </a:lnSpc>
              <a:spcBef>
                <a:spcPts val="1866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sz="18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algn="l">
              <a:lnSpc>
                <a:spcPct val="125000"/>
              </a:lnSpc>
              <a:spcBef>
                <a:spcPts val="1066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sz="18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28600" lvl="2" marL="1371600" algn="l">
              <a:lnSpc>
                <a:spcPct val="125000"/>
              </a:lnSpc>
              <a:spcBef>
                <a:spcPts val="1066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sz="18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28600" lvl="3" marL="1828800" algn="l">
              <a:lnSpc>
                <a:spcPct val="125000"/>
              </a:lnSpc>
              <a:spcBef>
                <a:spcPts val="1066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sz="18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28600" lvl="4" marL="2286000" algn="l">
              <a:lnSpc>
                <a:spcPct val="125000"/>
              </a:lnSpc>
              <a:spcBef>
                <a:spcPts val="1066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sz="18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31470" lvl="5" marL="2743200" algn="l">
              <a:lnSpc>
                <a:spcPct val="95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1620"/>
              <a:buChar char="–"/>
              <a:defRPr sz="1800"/>
            </a:lvl6pPr>
            <a:lvl7pPr indent="-331470" lvl="6" marL="3200400" algn="l">
              <a:lnSpc>
                <a:spcPct val="95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1620"/>
              <a:buChar char="–"/>
              <a:defRPr sz="1800"/>
            </a:lvl7pPr>
            <a:lvl8pPr indent="-331470" lvl="7" marL="3657600" algn="l">
              <a:lnSpc>
                <a:spcPct val="95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1620"/>
              <a:buChar char="–"/>
              <a:defRPr sz="1800"/>
            </a:lvl8pPr>
            <a:lvl9pPr indent="-331470" lvl="8" marL="4114800" algn="l">
              <a:lnSpc>
                <a:spcPct val="95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1620"/>
              <a:buChar char="–"/>
              <a:defRPr sz="1800"/>
            </a:lvl9pPr>
          </a:lstStyle>
          <a:p/>
        </p:txBody>
      </p:sp>
      <p:sp>
        <p:nvSpPr>
          <p:cNvPr id="157" name="Google Shape;157;p11"/>
          <p:cNvSpPr txBox="1"/>
          <p:nvPr>
            <p:ph idx="10" type="dt"/>
          </p:nvPr>
        </p:nvSpPr>
        <p:spPr>
          <a:xfrm>
            <a:off x="1117309" y="6400801"/>
            <a:ext cx="2742486" cy="320675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11"/>
          <p:cNvSpPr txBox="1"/>
          <p:nvPr>
            <p:ph idx="11" type="ftr"/>
          </p:nvPr>
        </p:nvSpPr>
        <p:spPr>
          <a:xfrm>
            <a:off x="3907842" y="6400801"/>
            <a:ext cx="6216301" cy="320675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11"/>
          <p:cNvSpPr txBox="1"/>
          <p:nvPr>
            <p:ph idx="12" type="sldNum"/>
          </p:nvPr>
        </p:nvSpPr>
        <p:spPr>
          <a:xfrm>
            <a:off x="10167146" y="6400801"/>
            <a:ext cx="1107518" cy="320675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cxnSp>
        <p:nvCxnSpPr>
          <p:cNvPr id="160" name="Google Shape;160;p11"/>
          <p:cNvCxnSpPr/>
          <p:nvPr/>
        </p:nvCxnSpPr>
        <p:spPr>
          <a:xfrm>
            <a:off x="417512" y="0"/>
            <a:ext cx="0" cy="68580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1" name="Google Shape;161;p11"/>
          <p:cNvCxnSpPr/>
          <p:nvPr/>
        </p:nvCxnSpPr>
        <p:spPr>
          <a:xfrm>
            <a:off x="11771312" y="0"/>
            <a:ext cx="0" cy="68580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2" name="Google Shape;162;p11"/>
          <p:cNvSpPr/>
          <p:nvPr/>
        </p:nvSpPr>
        <p:spPr>
          <a:xfrm rot="5400000">
            <a:off x="94455" y="3220245"/>
            <a:ext cx="228600" cy="417514"/>
          </a:xfrm>
          <a:prstGeom prst="rect">
            <a:avLst/>
          </a:prstGeom>
          <a:solidFill>
            <a:schemeClr val="dk2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3" name="Google Shape;163;p11"/>
          <p:cNvSpPr/>
          <p:nvPr/>
        </p:nvSpPr>
        <p:spPr>
          <a:xfrm flipH="1" rot="-5400000">
            <a:off x="11865769" y="3220245"/>
            <a:ext cx="228600" cy="417514"/>
          </a:xfrm>
          <a:prstGeom prst="rect">
            <a:avLst/>
          </a:prstGeom>
          <a:solidFill>
            <a:schemeClr val="dk2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64" name="Google Shape;164;p11"/>
          <p:cNvCxnSpPr/>
          <p:nvPr/>
        </p:nvCxnSpPr>
        <p:spPr>
          <a:xfrm>
            <a:off x="303212" y="0"/>
            <a:ext cx="0" cy="68580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5" name="Google Shape;165;p11"/>
          <p:cNvCxnSpPr/>
          <p:nvPr/>
        </p:nvCxnSpPr>
        <p:spPr>
          <a:xfrm>
            <a:off x="11885613" y="0"/>
            <a:ext cx="0" cy="68580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">
  <p:cSld name="Table">
    <p:bg>
      <p:bgPr>
        <a:solidFill>
          <a:schemeClr val="lt1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urry pink and blue background&#10;&#10;Description automatically generated" id="167" name="Google Shape;167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893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2"/>
          <p:cNvSpPr/>
          <p:nvPr/>
        </p:nvSpPr>
        <p:spPr>
          <a:xfrm>
            <a:off x="-1" y="0"/>
            <a:ext cx="12188825" cy="6896100"/>
          </a:xfrm>
          <a:prstGeom prst="rect">
            <a:avLst/>
          </a:prstGeom>
          <a:solidFill>
            <a:schemeClr val="lt1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9" name="Google Shape;169;p12"/>
          <p:cNvSpPr/>
          <p:nvPr/>
        </p:nvSpPr>
        <p:spPr>
          <a:xfrm>
            <a:off x="-87028" y="2781301"/>
            <a:ext cx="771240" cy="1295400"/>
          </a:xfrm>
          <a:custGeom>
            <a:rect b="b" l="l" r="r" t="t"/>
            <a:pathLst>
              <a:path extrusionOk="0" h="1295400" w="771240">
                <a:moveTo>
                  <a:pt x="123540" y="0"/>
                </a:moveTo>
                <a:cubicBezTo>
                  <a:pt x="481255" y="0"/>
                  <a:pt x="771240" y="289985"/>
                  <a:pt x="771240" y="647700"/>
                </a:cubicBezTo>
                <a:cubicBezTo>
                  <a:pt x="771240" y="1005415"/>
                  <a:pt x="481255" y="1295400"/>
                  <a:pt x="123540" y="1295400"/>
                </a:cubicBezTo>
                <a:lnTo>
                  <a:pt x="0" y="1282946"/>
                </a:lnTo>
                <a:lnTo>
                  <a:pt x="0" y="12454"/>
                </a:lnTo>
                <a:close/>
              </a:path>
            </a:pathLst>
          </a:custGeom>
          <a:noFill/>
          <a:ln cap="flat" cmpd="sng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70" name="Google Shape;170;p12"/>
          <p:cNvCxnSpPr/>
          <p:nvPr/>
        </p:nvCxnSpPr>
        <p:spPr>
          <a:xfrm>
            <a:off x="684212" y="1"/>
            <a:ext cx="0" cy="6858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1" name="Google Shape;171;p12"/>
          <p:cNvSpPr/>
          <p:nvPr/>
        </p:nvSpPr>
        <p:spPr>
          <a:xfrm rot="5400000">
            <a:off x="227013" y="3086103"/>
            <a:ext cx="228600" cy="685798"/>
          </a:xfrm>
          <a:prstGeom prst="rect">
            <a:avLst/>
          </a:prstGeom>
          <a:solidFill>
            <a:schemeClr val="dk2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72" name="Google Shape;172;p12"/>
          <p:cNvCxnSpPr/>
          <p:nvPr/>
        </p:nvCxnSpPr>
        <p:spPr>
          <a:xfrm rot="10800000">
            <a:off x="0" y="2781301"/>
            <a:ext cx="684212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3" name="Google Shape;173;p12"/>
          <p:cNvCxnSpPr/>
          <p:nvPr/>
        </p:nvCxnSpPr>
        <p:spPr>
          <a:xfrm rot="10800000">
            <a:off x="-77788" y="4076701"/>
            <a:ext cx="7620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4" name="Google Shape;174;p12"/>
          <p:cNvCxnSpPr/>
          <p:nvPr/>
        </p:nvCxnSpPr>
        <p:spPr>
          <a:xfrm>
            <a:off x="11504612" y="1"/>
            <a:ext cx="0" cy="6858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5" name="Google Shape;175;p12"/>
          <p:cNvSpPr/>
          <p:nvPr/>
        </p:nvSpPr>
        <p:spPr>
          <a:xfrm>
            <a:off x="11508467" y="2781301"/>
            <a:ext cx="758144" cy="1295400"/>
          </a:xfrm>
          <a:custGeom>
            <a:rect b="b" l="l" r="r" t="t"/>
            <a:pathLst>
              <a:path extrusionOk="0" h="1295400" w="758144">
                <a:moveTo>
                  <a:pt x="647700" y="0"/>
                </a:moveTo>
                <a:lnTo>
                  <a:pt x="758144" y="11134"/>
                </a:lnTo>
                <a:lnTo>
                  <a:pt x="758144" y="1284266"/>
                </a:lnTo>
                <a:lnTo>
                  <a:pt x="647700" y="1295400"/>
                </a:lnTo>
                <a:cubicBezTo>
                  <a:pt x="289985" y="1295400"/>
                  <a:pt x="0" y="1005415"/>
                  <a:pt x="0" y="647700"/>
                </a:cubicBezTo>
                <a:cubicBezTo>
                  <a:pt x="0" y="289985"/>
                  <a:pt x="289985" y="0"/>
                  <a:pt x="647700" y="0"/>
                </a:cubicBezTo>
                <a:close/>
              </a:path>
            </a:pathLst>
          </a:custGeom>
          <a:noFill/>
          <a:ln cap="flat" cmpd="sng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6" name="Google Shape;176;p12"/>
          <p:cNvSpPr/>
          <p:nvPr/>
        </p:nvSpPr>
        <p:spPr>
          <a:xfrm rot="5400000">
            <a:off x="11737067" y="3091544"/>
            <a:ext cx="228600" cy="674916"/>
          </a:xfrm>
          <a:prstGeom prst="rect">
            <a:avLst/>
          </a:prstGeom>
          <a:solidFill>
            <a:schemeClr val="dk2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77" name="Google Shape;177;p12"/>
          <p:cNvCxnSpPr/>
          <p:nvPr/>
        </p:nvCxnSpPr>
        <p:spPr>
          <a:xfrm rot="10800000">
            <a:off x="11504612" y="2781301"/>
            <a:ext cx="685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8" name="Google Shape;178;p12"/>
          <p:cNvCxnSpPr/>
          <p:nvPr/>
        </p:nvCxnSpPr>
        <p:spPr>
          <a:xfrm rot="10800000">
            <a:off x="11504612" y="4076701"/>
            <a:ext cx="685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9" name="Google Shape;179;p12"/>
          <p:cNvSpPr txBox="1"/>
          <p:nvPr>
            <p:ph type="title"/>
          </p:nvPr>
        </p:nvSpPr>
        <p:spPr>
          <a:xfrm>
            <a:off x="684212" y="304800"/>
            <a:ext cx="10820400" cy="1409696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875" spcFirstLastPara="1" rIns="121875" wrap="square" tIns="60925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Arial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12"/>
          <p:cNvSpPr txBox="1"/>
          <p:nvPr>
            <p:ph idx="1" type="body"/>
          </p:nvPr>
        </p:nvSpPr>
        <p:spPr>
          <a:xfrm>
            <a:off x="1293812" y="1984248"/>
            <a:ext cx="96012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0" spcFirstLastPara="1" rIns="121875" wrap="square" tIns="60925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866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/>
            </a:lvl1pPr>
            <a:lvl2pPr indent="-228600" lvl="1" marL="914400" algn="l">
              <a:lnSpc>
                <a:spcPct val="150000"/>
              </a:lnSpc>
              <a:spcBef>
                <a:spcPts val="1066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2pPr>
            <a:lvl3pPr indent="-228600" lvl="2" marL="1371600" algn="l">
              <a:lnSpc>
                <a:spcPct val="150000"/>
              </a:lnSpc>
              <a:spcBef>
                <a:spcPts val="1066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50000"/>
              </a:lnSpc>
              <a:spcBef>
                <a:spcPts val="1066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50000"/>
              </a:lnSpc>
              <a:spcBef>
                <a:spcPts val="1066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/>
            </a:lvl5pPr>
            <a:lvl6pPr indent="-331470" lvl="5" marL="2743200" algn="l">
              <a:lnSpc>
                <a:spcPct val="95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1620"/>
              <a:buChar char="–"/>
              <a:defRPr/>
            </a:lvl6pPr>
            <a:lvl7pPr indent="-331470" lvl="6" marL="3200400" algn="l">
              <a:lnSpc>
                <a:spcPct val="95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1620"/>
              <a:buChar char="–"/>
              <a:defRPr/>
            </a:lvl7pPr>
            <a:lvl8pPr indent="-331470" lvl="7" marL="3657600" algn="l">
              <a:lnSpc>
                <a:spcPct val="95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1620"/>
              <a:buChar char="–"/>
              <a:defRPr/>
            </a:lvl8pPr>
            <a:lvl9pPr indent="-331470" lvl="8" marL="4114800" algn="l">
              <a:lnSpc>
                <a:spcPct val="95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1620"/>
              <a:buChar char="–"/>
              <a:defRPr/>
            </a:lvl9pPr>
          </a:lstStyle>
          <a:p/>
        </p:txBody>
      </p:sp>
      <p:sp>
        <p:nvSpPr>
          <p:cNvPr id="181" name="Google Shape;181;p12"/>
          <p:cNvSpPr txBox="1"/>
          <p:nvPr>
            <p:ph idx="10" type="dt"/>
          </p:nvPr>
        </p:nvSpPr>
        <p:spPr>
          <a:xfrm>
            <a:off x="1117309" y="6400801"/>
            <a:ext cx="2742486" cy="320675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12"/>
          <p:cNvSpPr txBox="1"/>
          <p:nvPr>
            <p:ph idx="11" type="ftr"/>
          </p:nvPr>
        </p:nvSpPr>
        <p:spPr>
          <a:xfrm>
            <a:off x="3907842" y="6400801"/>
            <a:ext cx="6216301" cy="320675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12"/>
          <p:cNvSpPr txBox="1"/>
          <p:nvPr>
            <p:ph idx="12" type="sldNum"/>
          </p:nvPr>
        </p:nvSpPr>
        <p:spPr>
          <a:xfrm>
            <a:off x="10167146" y="6400801"/>
            <a:ext cx="1107518" cy="320675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 2">
  <p:cSld name="Two Content 2">
    <p:bg>
      <p:bgPr>
        <a:solidFill>
          <a:schemeClr val="lt1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urry pink and blue background&#10;&#10;Description automatically generated" id="185" name="Google Shape;185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893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3"/>
          <p:cNvSpPr/>
          <p:nvPr/>
        </p:nvSpPr>
        <p:spPr>
          <a:xfrm>
            <a:off x="0" y="0"/>
            <a:ext cx="12216032" cy="6896100"/>
          </a:xfrm>
          <a:prstGeom prst="rect">
            <a:avLst/>
          </a:prstGeom>
          <a:solidFill>
            <a:schemeClr val="lt1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87" name="Google Shape;187;p13"/>
          <p:cNvCxnSpPr/>
          <p:nvPr/>
        </p:nvCxnSpPr>
        <p:spPr>
          <a:xfrm>
            <a:off x="1888171" y="1"/>
            <a:ext cx="0" cy="6858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8" name="Google Shape;188;p13"/>
          <p:cNvSpPr/>
          <p:nvPr/>
        </p:nvSpPr>
        <p:spPr>
          <a:xfrm>
            <a:off x="1888171" y="2781301"/>
            <a:ext cx="1295400" cy="1295400"/>
          </a:xfrm>
          <a:prstGeom prst="ellipse">
            <a:avLst/>
          </a:prstGeom>
          <a:noFill/>
          <a:ln cap="flat" cmpd="sng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89" name="Google Shape;189;p13"/>
          <p:cNvCxnSpPr/>
          <p:nvPr/>
        </p:nvCxnSpPr>
        <p:spPr>
          <a:xfrm>
            <a:off x="3197223" y="1"/>
            <a:ext cx="0" cy="6858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90" name="Google Shape;190;p13"/>
          <p:cNvSpPr/>
          <p:nvPr/>
        </p:nvSpPr>
        <p:spPr>
          <a:xfrm rot="5400000">
            <a:off x="1483517" y="1829595"/>
            <a:ext cx="228600" cy="3198813"/>
          </a:xfrm>
          <a:prstGeom prst="rect">
            <a:avLst/>
          </a:prstGeom>
          <a:solidFill>
            <a:schemeClr val="dk2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91" name="Google Shape;191;p13"/>
          <p:cNvCxnSpPr/>
          <p:nvPr/>
        </p:nvCxnSpPr>
        <p:spPr>
          <a:xfrm rot="10800000">
            <a:off x="-1588" y="2764972"/>
            <a:ext cx="3185159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92" name="Google Shape;192;p13"/>
          <p:cNvCxnSpPr/>
          <p:nvPr/>
        </p:nvCxnSpPr>
        <p:spPr>
          <a:xfrm rot="10800000">
            <a:off x="-1588" y="4076701"/>
            <a:ext cx="3185159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93" name="Google Shape;193;p13"/>
          <p:cNvSpPr txBox="1"/>
          <p:nvPr>
            <p:ph type="title"/>
          </p:nvPr>
        </p:nvSpPr>
        <p:spPr>
          <a:xfrm>
            <a:off x="3656014" y="533400"/>
            <a:ext cx="8153381" cy="2209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0" spcFirstLastPara="1" rIns="121875" wrap="square" tIns="60925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Arial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13"/>
          <p:cNvSpPr txBox="1"/>
          <p:nvPr>
            <p:ph idx="1" type="body"/>
          </p:nvPr>
        </p:nvSpPr>
        <p:spPr>
          <a:xfrm>
            <a:off x="3656014" y="2971800"/>
            <a:ext cx="4724397" cy="30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0" spcFirstLastPara="1" rIns="121875" wrap="square" tIns="0">
            <a:normAutofit/>
          </a:bodyPr>
          <a:lstStyle>
            <a:lvl1pPr indent="-228600" lvl="0" marL="457200" algn="l">
              <a:lnSpc>
                <a:spcPct val="125000"/>
              </a:lnSpc>
              <a:spcBef>
                <a:spcPts val="1866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/>
            </a:lvl1pPr>
            <a:lvl2pPr indent="-228600" lvl="1" marL="914400" algn="l">
              <a:lnSpc>
                <a:spcPct val="125000"/>
              </a:lnSpc>
              <a:spcBef>
                <a:spcPts val="1066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2pPr>
            <a:lvl3pPr indent="-228600" lvl="2" marL="1371600" algn="l">
              <a:lnSpc>
                <a:spcPct val="125000"/>
              </a:lnSpc>
              <a:spcBef>
                <a:spcPts val="1066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25000"/>
              </a:lnSpc>
              <a:spcBef>
                <a:spcPts val="1066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25000"/>
              </a:lnSpc>
              <a:spcBef>
                <a:spcPts val="1066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/>
            </a:lvl5pPr>
            <a:lvl6pPr indent="-331470" lvl="5" marL="2743200" algn="l">
              <a:lnSpc>
                <a:spcPct val="95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1620"/>
              <a:buChar char="–"/>
              <a:defRPr/>
            </a:lvl6pPr>
            <a:lvl7pPr indent="-331470" lvl="6" marL="3200400" algn="l">
              <a:lnSpc>
                <a:spcPct val="95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1620"/>
              <a:buChar char="–"/>
              <a:defRPr/>
            </a:lvl7pPr>
            <a:lvl8pPr indent="-331470" lvl="7" marL="3657600" algn="l">
              <a:lnSpc>
                <a:spcPct val="95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1620"/>
              <a:buChar char="–"/>
              <a:defRPr/>
            </a:lvl8pPr>
            <a:lvl9pPr indent="-331470" lvl="8" marL="4114800" algn="l">
              <a:lnSpc>
                <a:spcPct val="95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1620"/>
              <a:buChar char="–"/>
              <a:defRPr/>
            </a:lvl9pPr>
          </a:lstStyle>
          <a:p/>
        </p:txBody>
      </p:sp>
      <p:sp>
        <p:nvSpPr>
          <p:cNvPr id="195" name="Google Shape;195;p13"/>
          <p:cNvSpPr txBox="1"/>
          <p:nvPr>
            <p:ph idx="2" type="body"/>
          </p:nvPr>
        </p:nvSpPr>
        <p:spPr>
          <a:xfrm>
            <a:off x="8609012" y="2986053"/>
            <a:ext cx="3200384" cy="3017418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0" spcFirstLastPara="1" rIns="121875" wrap="square" tIns="0">
            <a:normAutofit/>
          </a:bodyPr>
          <a:lstStyle>
            <a:lvl1pPr indent="-342900" lvl="0" marL="457200" algn="l">
              <a:lnSpc>
                <a:spcPct val="125000"/>
              </a:lnSpc>
              <a:spcBef>
                <a:spcPts val="1866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800"/>
            </a:lvl1pPr>
            <a:lvl2pPr indent="-330200" lvl="1" marL="914400" algn="l">
              <a:lnSpc>
                <a:spcPct val="125000"/>
              </a:lnSpc>
              <a:spcBef>
                <a:spcPts val="1066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/>
            </a:lvl2pPr>
            <a:lvl3pPr indent="-317500" lvl="2" marL="1371600" algn="l">
              <a:lnSpc>
                <a:spcPct val="125000"/>
              </a:lnSpc>
              <a:spcBef>
                <a:spcPts val="1066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sz="1400"/>
            </a:lvl3pPr>
            <a:lvl4pPr indent="-317500" lvl="3" marL="1828800" algn="l">
              <a:lnSpc>
                <a:spcPct val="125000"/>
              </a:lnSpc>
              <a:spcBef>
                <a:spcPts val="1066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sz="1400"/>
            </a:lvl4pPr>
            <a:lvl5pPr indent="-317500" lvl="4" marL="2286000" algn="l">
              <a:lnSpc>
                <a:spcPct val="125000"/>
              </a:lnSpc>
              <a:spcBef>
                <a:spcPts val="1066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sz="1400"/>
            </a:lvl5pPr>
            <a:lvl6pPr indent="-331470" lvl="5" marL="2743200" algn="l">
              <a:lnSpc>
                <a:spcPct val="95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1620"/>
              <a:buChar char="–"/>
              <a:defRPr/>
            </a:lvl6pPr>
            <a:lvl7pPr indent="-331470" lvl="6" marL="3200400" algn="l">
              <a:lnSpc>
                <a:spcPct val="95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1620"/>
              <a:buChar char="–"/>
              <a:defRPr/>
            </a:lvl7pPr>
            <a:lvl8pPr indent="-331470" lvl="7" marL="3657600" algn="l">
              <a:lnSpc>
                <a:spcPct val="95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1620"/>
              <a:buChar char="–"/>
              <a:defRPr/>
            </a:lvl8pPr>
            <a:lvl9pPr indent="-331470" lvl="8" marL="4114800" algn="l">
              <a:lnSpc>
                <a:spcPct val="95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1620"/>
              <a:buChar char="–"/>
              <a:defRPr/>
            </a:lvl9pPr>
          </a:lstStyle>
          <a:p/>
        </p:txBody>
      </p:sp>
      <p:sp>
        <p:nvSpPr>
          <p:cNvPr id="196" name="Google Shape;196;p13"/>
          <p:cNvSpPr txBox="1"/>
          <p:nvPr>
            <p:ph idx="10" type="dt"/>
          </p:nvPr>
        </p:nvSpPr>
        <p:spPr>
          <a:xfrm>
            <a:off x="256479" y="6400801"/>
            <a:ext cx="1951734" cy="320675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13"/>
          <p:cNvSpPr txBox="1"/>
          <p:nvPr>
            <p:ph idx="11" type="ftr"/>
          </p:nvPr>
        </p:nvSpPr>
        <p:spPr>
          <a:xfrm>
            <a:off x="3907842" y="6400801"/>
            <a:ext cx="6216301" cy="320675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13"/>
          <p:cNvSpPr txBox="1"/>
          <p:nvPr>
            <p:ph idx="12" type="sldNum"/>
          </p:nvPr>
        </p:nvSpPr>
        <p:spPr>
          <a:xfrm>
            <a:off x="10167146" y="6400801"/>
            <a:ext cx="1642250" cy="320675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3" showMasterSp="0">
  <p:cSld name="Content 3">
    <p:bg>
      <p:bgPr>
        <a:solidFill>
          <a:schemeClr val="lt1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ue and pink sky&#10;&#10;Description automatically generated" id="200" name="Google Shape;200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893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4"/>
          <p:cNvSpPr/>
          <p:nvPr/>
        </p:nvSpPr>
        <p:spPr>
          <a:xfrm>
            <a:off x="4" y="0"/>
            <a:ext cx="12188821" cy="6896100"/>
          </a:xfrm>
          <a:prstGeom prst="rect">
            <a:avLst/>
          </a:prstGeom>
          <a:solidFill>
            <a:schemeClr val="lt1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2" name="Google Shape;202;p14"/>
          <p:cNvSpPr/>
          <p:nvPr/>
        </p:nvSpPr>
        <p:spPr>
          <a:xfrm rot="5400000">
            <a:off x="1408905" y="1905795"/>
            <a:ext cx="228600" cy="3046410"/>
          </a:xfrm>
          <a:prstGeom prst="rect">
            <a:avLst/>
          </a:prstGeom>
          <a:solidFill>
            <a:schemeClr val="dk2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3" name="Google Shape;203;p14"/>
          <p:cNvSpPr/>
          <p:nvPr/>
        </p:nvSpPr>
        <p:spPr>
          <a:xfrm>
            <a:off x="-77788" y="1320655"/>
            <a:ext cx="3124198" cy="4216690"/>
          </a:xfrm>
          <a:custGeom>
            <a:rect b="b" l="l" r="r" t="t"/>
            <a:pathLst>
              <a:path extrusionOk="0" h="4216690" w="3124198">
                <a:moveTo>
                  <a:pt x="0" y="0"/>
                </a:moveTo>
                <a:lnTo>
                  <a:pt x="1190290" y="0"/>
                </a:lnTo>
                <a:lnTo>
                  <a:pt x="1191185" y="0"/>
                </a:lnTo>
                <a:lnTo>
                  <a:pt x="1191185" y="25"/>
                </a:lnTo>
                <a:lnTo>
                  <a:pt x="1289808" y="2744"/>
                </a:lnTo>
                <a:cubicBezTo>
                  <a:pt x="2311627" y="59211"/>
                  <a:pt x="3124198" y="980326"/>
                  <a:pt x="3124198" y="2108345"/>
                </a:cubicBezTo>
                <a:cubicBezTo>
                  <a:pt x="3124198" y="3236364"/>
                  <a:pt x="2311627" y="4157479"/>
                  <a:pt x="1289808" y="4213947"/>
                </a:cubicBezTo>
                <a:lnTo>
                  <a:pt x="1191185" y="4216666"/>
                </a:lnTo>
                <a:lnTo>
                  <a:pt x="1191185" y="4216690"/>
                </a:lnTo>
                <a:lnTo>
                  <a:pt x="1190290" y="4216690"/>
                </a:lnTo>
                <a:lnTo>
                  <a:pt x="0" y="4216690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4" name="Google Shape;204;p14"/>
          <p:cNvSpPr/>
          <p:nvPr/>
        </p:nvSpPr>
        <p:spPr>
          <a:xfrm rot="10800000">
            <a:off x="9142411" y="1320656"/>
            <a:ext cx="3124198" cy="4216690"/>
          </a:xfrm>
          <a:custGeom>
            <a:rect b="b" l="l" r="r" t="t"/>
            <a:pathLst>
              <a:path extrusionOk="0" h="4216690" w="3124198">
                <a:moveTo>
                  <a:pt x="0" y="0"/>
                </a:moveTo>
                <a:lnTo>
                  <a:pt x="1190290" y="0"/>
                </a:lnTo>
                <a:lnTo>
                  <a:pt x="1191185" y="0"/>
                </a:lnTo>
                <a:lnTo>
                  <a:pt x="1191185" y="25"/>
                </a:lnTo>
                <a:lnTo>
                  <a:pt x="1289808" y="2744"/>
                </a:lnTo>
                <a:cubicBezTo>
                  <a:pt x="2311627" y="59211"/>
                  <a:pt x="3124198" y="980326"/>
                  <a:pt x="3124198" y="2108345"/>
                </a:cubicBezTo>
                <a:cubicBezTo>
                  <a:pt x="3124198" y="3236364"/>
                  <a:pt x="2311627" y="4157479"/>
                  <a:pt x="1289808" y="4213947"/>
                </a:cubicBezTo>
                <a:lnTo>
                  <a:pt x="1191185" y="4216666"/>
                </a:lnTo>
                <a:lnTo>
                  <a:pt x="1191185" y="4216690"/>
                </a:lnTo>
                <a:lnTo>
                  <a:pt x="1190290" y="4216690"/>
                </a:lnTo>
                <a:lnTo>
                  <a:pt x="0" y="4216690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p14"/>
          <p:cNvSpPr/>
          <p:nvPr/>
        </p:nvSpPr>
        <p:spPr>
          <a:xfrm rot="5400000">
            <a:off x="10551316" y="1905795"/>
            <a:ext cx="228600" cy="3046410"/>
          </a:xfrm>
          <a:prstGeom prst="rect">
            <a:avLst/>
          </a:prstGeom>
          <a:solidFill>
            <a:schemeClr val="dk2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6" name="Google Shape;206;p14"/>
          <p:cNvSpPr/>
          <p:nvPr/>
        </p:nvSpPr>
        <p:spPr>
          <a:xfrm>
            <a:off x="2665412" y="0"/>
            <a:ext cx="6858000" cy="6858000"/>
          </a:xfrm>
          <a:prstGeom prst="ellipse">
            <a:avLst/>
          </a:prstGeom>
          <a:noFill/>
          <a:ln cap="flat" cmpd="sng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7" name="Google Shape;207;p14"/>
          <p:cNvSpPr txBox="1"/>
          <p:nvPr>
            <p:ph type="title"/>
          </p:nvPr>
        </p:nvSpPr>
        <p:spPr>
          <a:xfrm>
            <a:off x="3428933" y="762000"/>
            <a:ext cx="5330955" cy="25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Arial"/>
              <a:buNone/>
              <a:defRPr b="0" sz="54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14"/>
          <p:cNvSpPr txBox="1"/>
          <p:nvPr>
            <p:ph idx="1" type="body"/>
          </p:nvPr>
        </p:nvSpPr>
        <p:spPr>
          <a:xfrm>
            <a:off x="3428933" y="3467100"/>
            <a:ext cx="5330955" cy="24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0" spcFirstLastPara="1" rIns="121875" wrap="square" tIns="60925">
            <a:normAutofit/>
          </a:bodyPr>
          <a:lstStyle>
            <a:lvl1pPr indent="-228600" lvl="0" marL="457200" algn="ctr">
              <a:lnSpc>
                <a:spcPct val="125000"/>
              </a:lnSpc>
              <a:spcBef>
                <a:spcPts val="1866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sz="1800"/>
            </a:lvl1pPr>
            <a:lvl2pPr indent="-228600" lvl="1" marL="914400" algn="ctr">
              <a:lnSpc>
                <a:spcPct val="125000"/>
              </a:lnSpc>
              <a:spcBef>
                <a:spcPts val="1066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sz="1600"/>
            </a:lvl2pPr>
            <a:lvl3pPr indent="-228600" lvl="2" marL="1371600" algn="ctr">
              <a:lnSpc>
                <a:spcPct val="125000"/>
              </a:lnSpc>
              <a:spcBef>
                <a:spcPts val="1066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/>
            </a:lvl3pPr>
            <a:lvl4pPr indent="-228600" lvl="3" marL="1828800" algn="ctr">
              <a:lnSpc>
                <a:spcPct val="125000"/>
              </a:lnSpc>
              <a:spcBef>
                <a:spcPts val="1066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/>
            </a:lvl4pPr>
            <a:lvl5pPr indent="-228600" lvl="4" marL="2286000" algn="ctr">
              <a:lnSpc>
                <a:spcPct val="125000"/>
              </a:lnSpc>
              <a:spcBef>
                <a:spcPts val="1066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/>
            </a:lvl5pPr>
            <a:lvl6pPr indent="-331470" lvl="5" marL="2743200" algn="l">
              <a:lnSpc>
                <a:spcPct val="95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1620"/>
              <a:buChar char="–"/>
              <a:defRPr/>
            </a:lvl6pPr>
            <a:lvl7pPr indent="-331470" lvl="6" marL="3200400" algn="l">
              <a:lnSpc>
                <a:spcPct val="95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1620"/>
              <a:buChar char="–"/>
              <a:defRPr/>
            </a:lvl7pPr>
            <a:lvl8pPr indent="-331470" lvl="7" marL="3657600" algn="l">
              <a:lnSpc>
                <a:spcPct val="95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1620"/>
              <a:buChar char="–"/>
              <a:defRPr/>
            </a:lvl8pPr>
            <a:lvl9pPr indent="-331470" lvl="8" marL="4114800" algn="l">
              <a:lnSpc>
                <a:spcPct val="95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1620"/>
              <a:buChar char="–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כותרת ותוכן" type="obj">
  <p:cSld name="OBJECT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6"/>
          <p:cNvSpPr txBox="1"/>
          <p:nvPr>
            <p:ph type="title"/>
          </p:nvPr>
        </p:nvSpPr>
        <p:spPr>
          <a:xfrm>
            <a:off x="837982" y="365125"/>
            <a:ext cx="105129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p16"/>
          <p:cNvSpPr txBox="1"/>
          <p:nvPr>
            <p:ph idx="1" type="body"/>
          </p:nvPr>
        </p:nvSpPr>
        <p:spPr>
          <a:xfrm>
            <a:off x="837982" y="1825625"/>
            <a:ext cx="105129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8" name="Google Shape;218;p16"/>
          <p:cNvSpPr txBox="1"/>
          <p:nvPr>
            <p:ph idx="10" type="dt"/>
          </p:nvPr>
        </p:nvSpPr>
        <p:spPr>
          <a:xfrm>
            <a:off x="8608358" y="6356350"/>
            <a:ext cx="2742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16"/>
          <p:cNvSpPr txBox="1"/>
          <p:nvPr>
            <p:ph idx="11" type="ftr"/>
          </p:nvPr>
        </p:nvSpPr>
        <p:spPr>
          <a:xfrm>
            <a:off x="4037548" y="6356350"/>
            <a:ext cx="411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16"/>
          <p:cNvSpPr txBox="1"/>
          <p:nvPr>
            <p:ph idx="12" type="sldNum"/>
          </p:nvPr>
        </p:nvSpPr>
        <p:spPr>
          <a:xfrm>
            <a:off x="837982" y="6356350"/>
            <a:ext cx="2742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1" algn="l">
              <a:spcBef>
                <a:spcPts val="0"/>
              </a:spcBef>
              <a:buNone/>
              <a:defRPr/>
            </a:lvl1pPr>
            <a:lvl2pPr indent="0" lvl="1" marL="0" rtl="1" algn="l">
              <a:spcBef>
                <a:spcPts val="0"/>
              </a:spcBef>
              <a:buNone/>
              <a:defRPr/>
            </a:lvl2pPr>
            <a:lvl3pPr indent="0" lvl="2" marL="0" rtl="1" algn="l">
              <a:spcBef>
                <a:spcPts val="0"/>
              </a:spcBef>
              <a:buNone/>
              <a:defRPr/>
            </a:lvl3pPr>
            <a:lvl4pPr indent="0" lvl="3" marL="0" rtl="1" algn="l">
              <a:spcBef>
                <a:spcPts val="0"/>
              </a:spcBef>
              <a:buNone/>
              <a:defRPr/>
            </a:lvl4pPr>
            <a:lvl5pPr indent="0" lvl="4" marL="0" rtl="1" algn="l">
              <a:spcBef>
                <a:spcPts val="0"/>
              </a:spcBef>
              <a:buNone/>
              <a:defRPr/>
            </a:lvl5pPr>
            <a:lvl6pPr indent="0" lvl="5" marL="0" rtl="1" algn="l">
              <a:spcBef>
                <a:spcPts val="0"/>
              </a:spcBef>
              <a:buNone/>
              <a:defRPr/>
            </a:lvl6pPr>
            <a:lvl7pPr indent="0" lvl="6" marL="0" rtl="1" algn="l">
              <a:spcBef>
                <a:spcPts val="0"/>
              </a:spcBef>
              <a:buNone/>
              <a:defRPr/>
            </a:lvl7pPr>
            <a:lvl8pPr indent="0" lvl="7" marL="0" rtl="1" algn="l">
              <a:spcBef>
                <a:spcPts val="0"/>
              </a:spcBef>
              <a:buNone/>
              <a:defRPr/>
            </a:lvl8pPr>
            <a:lvl9pPr indent="0" lvl="8" marL="0" rtl="1" algn="l">
              <a:spcBef>
                <a:spcPts val="0"/>
              </a:spcBef>
              <a:buNone/>
              <a:defRPr/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שקופית כותרת" type="title">
  <p:cSld name="TITLE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7"/>
          <p:cNvSpPr txBox="1"/>
          <p:nvPr>
            <p:ph type="ctrTitle"/>
          </p:nvPr>
        </p:nvSpPr>
        <p:spPr>
          <a:xfrm>
            <a:off x="1523603" y="1122363"/>
            <a:ext cx="91416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17"/>
          <p:cNvSpPr txBox="1"/>
          <p:nvPr>
            <p:ph idx="1" type="subTitle"/>
          </p:nvPr>
        </p:nvSpPr>
        <p:spPr>
          <a:xfrm>
            <a:off x="1523603" y="3602038"/>
            <a:ext cx="91416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rtl="1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rt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rt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rt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rt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rt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rt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rt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rt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24" name="Google Shape;224;p17"/>
          <p:cNvSpPr txBox="1"/>
          <p:nvPr>
            <p:ph idx="10" type="dt"/>
          </p:nvPr>
        </p:nvSpPr>
        <p:spPr>
          <a:xfrm>
            <a:off x="8608358" y="6356350"/>
            <a:ext cx="2742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5" name="Google Shape;225;p17"/>
          <p:cNvSpPr txBox="1"/>
          <p:nvPr>
            <p:ph idx="11" type="ftr"/>
          </p:nvPr>
        </p:nvSpPr>
        <p:spPr>
          <a:xfrm>
            <a:off x="4037548" y="6356350"/>
            <a:ext cx="411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17"/>
          <p:cNvSpPr txBox="1"/>
          <p:nvPr>
            <p:ph idx="12" type="sldNum"/>
          </p:nvPr>
        </p:nvSpPr>
        <p:spPr>
          <a:xfrm>
            <a:off x="837982" y="6356350"/>
            <a:ext cx="2742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1" algn="l">
              <a:spcBef>
                <a:spcPts val="0"/>
              </a:spcBef>
              <a:buNone/>
              <a:defRPr/>
            </a:lvl1pPr>
            <a:lvl2pPr indent="0" lvl="1" marL="0" rtl="1" algn="l">
              <a:spcBef>
                <a:spcPts val="0"/>
              </a:spcBef>
              <a:buNone/>
              <a:defRPr/>
            </a:lvl2pPr>
            <a:lvl3pPr indent="0" lvl="2" marL="0" rtl="1" algn="l">
              <a:spcBef>
                <a:spcPts val="0"/>
              </a:spcBef>
              <a:buNone/>
              <a:defRPr/>
            </a:lvl3pPr>
            <a:lvl4pPr indent="0" lvl="3" marL="0" rtl="1" algn="l">
              <a:spcBef>
                <a:spcPts val="0"/>
              </a:spcBef>
              <a:buNone/>
              <a:defRPr/>
            </a:lvl4pPr>
            <a:lvl5pPr indent="0" lvl="4" marL="0" rtl="1" algn="l">
              <a:spcBef>
                <a:spcPts val="0"/>
              </a:spcBef>
              <a:buNone/>
              <a:defRPr/>
            </a:lvl5pPr>
            <a:lvl6pPr indent="0" lvl="5" marL="0" rtl="1" algn="l">
              <a:spcBef>
                <a:spcPts val="0"/>
              </a:spcBef>
              <a:buNone/>
              <a:defRPr/>
            </a:lvl6pPr>
            <a:lvl7pPr indent="0" lvl="6" marL="0" rtl="1" algn="l">
              <a:spcBef>
                <a:spcPts val="0"/>
              </a:spcBef>
              <a:buNone/>
              <a:defRPr/>
            </a:lvl7pPr>
            <a:lvl8pPr indent="0" lvl="7" marL="0" rtl="1" algn="l">
              <a:spcBef>
                <a:spcPts val="0"/>
              </a:spcBef>
              <a:buNone/>
              <a:defRPr/>
            </a:lvl8pPr>
            <a:lvl9pPr indent="0" lvl="8" marL="0" rtl="1" algn="l">
              <a:spcBef>
                <a:spcPts val="0"/>
              </a:spcBef>
              <a:buNone/>
              <a:defRPr/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ריק" type="blank">
  <p:cSld name="BLANK"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8"/>
          <p:cNvSpPr txBox="1"/>
          <p:nvPr>
            <p:ph idx="10" type="dt"/>
          </p:nvPr>
        </p:nvSpPr>
        <p:spPr>
          <a:xfrm>
            <a:off x="8608358" y="6356350"/>
            <a:ext cx="2742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18"/>
          <p:cNvSpPr txBox="1"/>
          <p:nvPr>
            <p:ph idx="11" type="ftr"/>
          </p:nvPr>
        </p:nvSpPr>
        <p:spPr>
          <a:xfrm>
            <a:off x="4037548" y="6356350"/>
            <a:ext cx="411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0" name="Google Shape;230;p18"/>
          <p:cNvSpPr txBox="1"/>
          <p:nvPr>
            <p:ph idx="12" type="sldNum"/>
          </p:nvPr>
        </p:nvSpPr>
        <p:spPr>
          <a:xfrm>
            <a:off x="837982" y="6356350"/>
            <a:ext cx="2742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1" algn="l">
              <a:spcBef>
                <a:spcPts val="0"/>
              </a:spcBef>
              <a:buNone/>
              <a:defRPr/>
            </a:lvl1pPr>
            <a:lvl2pPr indent="0" lvl="1" marL="0" rtl="1" algn="l">
              <a:spcBef>
                <a:spcPts val="0"/>
              </a:spcBef>
              <a:buNone/>
              <a:defRPr/>
            </a:lvl2pPr>
            <a:lvl3pPr indent="0" lvl="2" marL="0" rtl="1" algn="l">
              <a:spcBef>
                <a:spcPts val="0"/>
              </a:spcBef>
              <a:buNone/>
              <a:defRPr/>
            </a:lvl3pPr>
            <a:lvl4pPr indent="0" lvl="3" marL="0" rtl="1" algn="l">
              <a:spcBef>
                <a:spcPts val="0"/>
              </a:spcBef>
              <a:buNone/>
              <a:defRPr/>
            </a:lvl4pPr>
            <a:lvl5pPr indent="0" lvl="4" marL="0" rtl="1" algn="l">
              <a:spcBef>
                <a:spcPts val="0"/>
              </a:spcBef>
              <a:buNone/>
              <a:defRPr/>
            </a:lvl5pPr>
            <a:lvl6pPr indent="0" lvl="5" marL="0" rtl="1" algn="l">
              <a:spcBef>
                <a:spcPts val="0"/>
              </a:spcBef>
              <a:buNone/>
              <a:defRPr/>
            </a:lvl6pPr>
            <a:lvl7pPr indent="0" lvl="6" marL="0" rtl="1" algn="l">
              <a:spcBef>
                <a:spcPts val="0"/>
              </a:spcBef>
              <a:buNone/>
              <a:defRPr/>
            </a:lvl7pPr>
            <a:lvl8pPr indent="0" lvl="7" marL="0" rtl="1" algn="l">
              <a:spcBef>
                <a:spcPts val="0"/>
              </a:spcBef>
              <a:buNone/>
              <a:defRPr/>
            </a:lvl8pPr>
            <a:lvl9pPr indent="0" lvl="8" marL="0" rtl="1" algn="l">
              <a:spcBef>
                <a:spcPts val="0"/>
              </a:spcBef>
              <a:buNone/>
              <a:defRPr/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כותרת מקטע עליונה" type="secHead">
  <p:cSld name="SECTION_HEADER"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9"/>
          <p:cNvSpPr txBox="1"/>
          <p:nvPr>
            <p:ph type="title"/>
          </p:nvPr>
        </p:nvSpPr>
        <p:spPr>
          <a:xfrm>
            <a:off x="831633" y="1709738"/>
            <a:ext cx="105129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3" name="Google Shape;233;p19"/>
          <p:cNvSpPr txBox="1"/>
          <p:nvPr>
            <p:ph idx="1" type="body"/>
          </p:nvPr>
        </p:nvSpPr>
        <p:spPr>
          <a:xfrm>
            <a:off x="831633" y="4589463"/>
            <a:ext cx="105129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34" name="Google Shape;234;p19"/>
          <p:cNvSpPr txBox="1"/>
          <p:nvPr>
            <p:ph idx="10" type="dt"/>
          </p:nvPr>
        </p:nvSpPr>
        <p:spPr>
          <a:xfrm>
            <a:off x="8608358" y="6356350"/>
            <a:ext cx="2742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5" name="Google Shape;235;p19"/>
          <p:cNvSpPr txBox="1"/>
          <p:nvPr>
            <p:ph idx="11" type="ftr"/>
          </p:nvPr>
        </p:nvSpPr>
        <p:spPr>
          <a:xfrm>
            <a:off x="4037548" y="6356350"/>
            <a:ext cx="411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6" name="Google Shape;236;p19"/>
          <p:cNvSpPr txBox="1"/>
          <p:nvPr>
            <p:ph idx="12" type="sldNum"/>
          </p:nvPr>
        </p:nvSpPr>
        <p:spPr>
          <a:xfrm>
            <a:off x="837982" y="6356350"/>
            <a:ext cx="2742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1" algn="l">
              <a:spcBef>
                <a:spcPts val="0"/>
              </a:spcBef>
              <a:buNone/>
              <a:defRPr/>
            </a:lvl1pPr>
            <a:lvl2pPr indent="0" lvl="1" marL="0" rtl="1" algn="l">
              <a:spcBef>
                <a:spcPts val="0"/>
              </a:spcBef>
              <a:buNone/>
              <a:defRPr/>
            </a:lvl2pPr>
            <a:lvl3pPr indent="0" lvl="2" marL="0" rtl="1" algn="l">
              <a:spcBef>
                <a:spcPts val="0"/>
              </a:spcBef>
              <a:buNone/>
              <a:defRPr/>
            </a:lvl3pPr>
            <a:lvl4pPr indent="0" lvl="3" marL="0" rtl="1" algn="l">
              <a:spcBef>
                <a:spcPts val="0"/>
              </a:spcBef>
              <a:buNone/>
              <a:defRPr/>
            </a:lvl4pPr>
            <a:lvl5pPr indent="0" lvl="4" marL="0" rtl="1" algn="l">
              <a:spcBef>
                <a:spcPts val="0"/>
              </a:spcBef>
              <a:buNone/>
              <a:defRPr/>
            </a:lvl5pPr>
            <a:lvl6pPr indent="0" lvl="5" marL="0" rtl="1" algn="l">
              <a:spcBef>
                <a:spcPts val="0"/>
              </a:spcBef>
              <a:buNone/>
              <a:defRPr/>
            </a:lvl6pPr>
            <a:lvl7pPr indent="0" lvl="6" marL="0" rtl="1" algn="l">
              <a:spcBef>
                <a:spcPts val="0"/>
              </a:spcBef>
              <a:buNone/>
              <a:defRPr/>
            </a:lvl7pPr>
            <a:lvl8pPr indent="0" lvl="7" marL="0" rtl="1" algn="l">
              <a:spcBef>
                <a:spcPts val="0"/>
              </a:spcBef>
              <a:buNone/>
              <a:defRPr/>
            </a:lvl8pPr>
            <a:lvl9pPr indent="0" lvl="8" marL="0" rtl="1" algn="l">
              <a:spcBef>
                <a:spcPts val="0"/>
              </a:spcBef>
              <a:buNone/>
              <a:defRPr/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שני תכנים" type="twoObj">
  <p:cSld name="TWO_OBJECTS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0"/>
          <p:cNvSpPr txBox="1"/>
          <p:nvPr>
            <p:ph type="title"/>
          </p:nvPr>
        </p:nvSpPr>
        <p:spPr>
          <a:xfrm>
            <a:off x="837982" y="365125"/>
            <a:ext cx="105129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9" name="Google Shape;239;p20"/>
          <p:cNvSpPr txBox="1"/>
          <p:nvPr>
            <p:ph idx="1" type="body"/>
          </p:nvPr>
        </p:nvSpPr>
        <p:spPr>
          <a:xfrm>
            <a:off x="837982" y="1825625"/>
            <a:ext cx="51804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0" name="Google Shape;240;p20"/>
          <p:cNvSpPr txBox="1"/>
          <p:nvPr>
            <p:ph idx="2" type="body"/>
          </p:nvPr>
        </p:nvSpPr>
        <p:spPr>
          <a:xfrm>
            <a:off x="6170593" y="1825625"/>
            <a:ext cx="51804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1" name="Google Shape;241;p20"/>
          <p:cNvSpPr txBox="1"/>
          <p:nvPr>
            <p:ph idx="10" type="dt"/>
          </p:nvPr>
        </p:nvSpPr>
        <p:spPr>
          <a:xfrm>
            <a:off x="8608358" y="6356350"/>
            <a:ext cx="2742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2" name="Google Shape;242;p20"/>
          <p:cNvSpPr txBox="1"/>
          <p:nvPr>
            <p:ph idx="11" type="ftr"/>
          </p:nvPr>
        </p:nvSpPr>
        <p:spPr>
          <a:xfrm>
            <a:off x="4037548" y="6356350"/>
            <a:ext cx="411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3" name="Google Shape;243;p20"/>
          <p:cNvSpPr txBox="1"/>
          <p:nvPr>
            <p:ph idx="12" type="sldNum"/>
          </p:nvPr>
        </p:nvSpPr>
        <p:spPr>
          <a:xfrm>
            <a:off x="837982" y="6356350"/>
            <a:ext cx="2742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1" algn="l">
              <a:spcBef>
                <a:spcPts val="0"/>
              </a:spcBef>
              <a:buNone/>
              <a:defRPr/>
            </a:lvl1pPr>
            <a:lvl2pPr indent="0" lvl="1" marL="0" rtl="1" algn="l">
              <a:spcBef>
                <a:spcPts val="0"/>
              </a:spcBef>
              <a:buNone/>
              <a:defRPr/>
            </a:lvl2pPr>
            <a:lvl3pPr indent="0" lvl="2" marL="0" rtl="1" algn="l">
              <a:spcBef>
                <a:spcPts val="0"/>
              </a:spcBef>
              <a:buNone/>
              <a:defRPr/>
            </a:lvl3pPr>
            <a:lvl4pPr indent="0" lvl="3" marL="0" rtl="1" algn="l">
              <a:spcBef>
                <a:spcPts val="0"/>
              </a:spcBef>
              <a:buNone/>
              <a:defRPr/>
            </a:lvl4pPr>
            <a:lvl5pPr indent="0" lvl="4" marL="0" rtl="1" algn="l">
              <a:spcBef>
                <a:spcPts val="0"/>
              </a:spcBef>
              <a:buNone/>
              <a:defRPr/>
            </a:lvl5pPr>
            <a:lvl6pPr indent="0" lvl="5" marL="0" rtl="1" algn="l">
              <a:spcBef>
                <a:spcPts val="0"/>
              </a:spcBef>
              <a:buNone/>
              <a:defRPr/>
            </a:lvl6pPr>
            <a:lvl7pPr indent="0" lvl="6" marL="0" rtl="1" algn="l">
              <a:spcBef>
                <a:spcPts val="0"/>
              </a:spcBef>
              <a:buNone/>
              <a:defRPr/>
            </a:lvl7pPr>
            <a:lvl8pPr indent="0" lvl="7" marL="0" rtl="1" algn="l">
              <a:spcBef>
                <a:spcPts val="0"/>
              </a:spcBef>
              <a:buNone/>
              <a:defRPr/>
            </a:lvl8pPr>
            <a:lvl9pPr indent="0" lvl="8" marL="0" rtl="1" algn="l">
              <a:spcBef>
                <a:spcPts val="0"/>
              </a:spcBef>
              <a:buNone/>
              <a:defRPr/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השוואה" type="twoTxTwoObj">
  <p:cSld name="TWO_OBJECTS_WITH_TEXT"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1"/>
          <p:cNvSpPr txBox="1"/>
          <p:nvPr>
            <p:ph type="title"/>
          </p:nvPr>
        </p:nvSpPr>
        <p:spPr>
          <a:xfrm>
            <a:off x="839569" y="365125"/>
            <a:ext cx="105129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6" name="Google Shape;246;p21"/>
          <p:cNvSpPr txBox="1"/>
          <p:nvPr>
            <p:ph idx="1" type="body"/>
          </p:nvPr>
        </p:nvSpPr>
        <p:spPr>
          <a:xfrm>
            <a:off x="839569" y="1681163"/>
            <a:ext cx="51567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47" name="Google Shape;247;p21"/>
          <p:cNvSpPr txBox="1"/>
          <p:nvPr>
            <p:ph idx="2" type="body"/>
          </p:nvPr>
        </p:nvSpPr>
        <p:spPr>
          <a:xfrm>
            <a:off x="839569" y="2505075"/>
            <a:ext cx="51567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8" name="Google Shape;248;p21"/>
          <p:cNvSpPr txBox="1"/>
          <p:nvPr>
            <p:ph idx="3" type="body"/>
          </p:nvPr>
        </p:nvSpPr>
        <p:spPr>
          <a:xfrm>
            <a:off x="6170593" y="1681163"/>
            <a:ext cx="51819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49" name="Google Shape;249;p21"/>
          <p:cNvSpPr txBox="1"/>
          <p:nvPr>
            <p:ph idx="4" type="body"/>
          </p:nvPr>
        </p:nvSpPr>
        <p:spPr>
          <a:xfrm>
            <a:off x="6170593" y="2505075"/>
            <a:ext cx="51819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0" name="Google Shape;250;p21"/>
          <p:cNvSpPr txBox="1"/>
          <p:nvPr>
            <p:ph idx="10" type="dt"/>
          </p:nvPr>
        </p:nvSpPr>
        <p:spPr>
          <a:xfrm>
            <a:off x="8608358" y="6356350"/>
            <a:ext cx="2742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1" name="Google Shape;251;p21"/>
          <p:cNvSpPr txBox="1"/>
          <p:nvPr>
            <p:ph idx="11" type="ftr"/>
          </p:nvPr>
        </p:nvSpPr>
        <p:spPr>
          <a:xfrm>
            <a:off x="4037548" y="6356350"/>
            <a:ext cx="411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2" name="Google Shape;252;p21"/>
          <p:cNvSpPr txBox="1"/>
          <p:nvPr>
            <p:ph idx="12" type="sldNum"/>
          </p:nvPr>
        </p:nvSpPr>
        <p:spPr>
          <a:xfrm>
            <a:off x="837982" y="6356350"/>
            <a:ext cx="2742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1" algn="l">
              <a:spcBef>
                <a:spcPts val="0"/>
              </a:spcBef>
              <a:buNone/>
              <a:defRPr/>
            </a:lvl1pPr>
            <a:lvl2pPr indent="0" lvl="1" marL="0" rtl="1" algn="l">
              <a:spcBef>
                <a:spcPts val="0"/>
              </a:spcBef>
              <a:buNone/>
              <a:defRPr/>
            </a:lvl2pPr>
            <a:lvl3pPr indent="0" lvl="2" marL="0" rtl="1" algn="l">
              <a:spcBef>
                <a:spcPts val="0"/>
              </a:spcBef>
              <a:buNone/>
              <a:defRPr/>
            </a:lvl3pPr>
            <a:lvl4pPr indent="0" lvl="3" marL="0" rtl="1" algn="l">
              <a:spcBef>
                <a:spcPts val="0"/>
              </a:spcBef>
              <a:buNone/>
              <a:defRPr/>
            </a:lvl4pPr>
            <a:lvl5pPr indent="0" lvl="4" marL="0" rtl="1" algn="l">
              <a:spcBef>
                <a:spcPts val="0"/>
              </a:spcBef>
              <a:buNone/>
              <a:defRPr/>
            </a:lvl5pPr>
            <a:lvl6pPr indent="0" lvl="5" marL="0" rtl="1" algn="l">
              <a:spcBef>
                <a:spcPts val="0"/>
              </a:spcBef>
              <a:buNone/>
              <a:defRPr/>
            </a:lvl6pPr>
            <a:lvl7pPr indent="0" lvl="6" marL="0" rtl="1" algn="l">
              <a:spcBef>
                <a:spcPts val="0"/>
              </a:spcBef>
              <a:buNone/>
              <a:defRPr/>
            </a:lvl7pPr>
            <a:lvl8pPr indent="0" lvl="7" marL="0" rtl="1" algn="l">
              <a:spcBef>
                <a:spcPts val="0"/>
              </a:spcBef>
              <a:buNone/>
              <a:defRPr/>
            </a:lvl8pPr>
            <a:lvl9pPr indent="0" lvl="8" marL="0" rtl="1" algn="l">
              <a:spcBef>
                <a:spcPts val="0"/>
              </a:spcBef>
              <a:buNone/>
              <a:defRPr/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כותרת בלבד" type="titleOnly">
  <p:cSld name="TITLE_ONLY"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2"/>
          <p:cNvSpPr txBox="1"/>
          <p:nvPr>
            <p:ph type="title"/>
          </p:nvPr>
        </p:nvSpPr>
        <p:spPr>
          <a:xfrm>
            <a:off x="837982" y="365125"/>
            <a:ext cx="105129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5" name="Google Shape;255;p22"/>
          <p:cNvSpPr txBox="1"/>
          <p:nvPr>
            <p:ph idx="10" type="dt"/>
          </p:nvPr>
        </p:nvSpPr>
        <p:spPr>
          <a:xfrm>
            <a:off x="8608358" y="6356350"/>
            <a:ext cx="2742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6" name="Google Shape;256;p22"/>
          <p:cNvSpPr txBox="1"/>
          <p:nvPr>
            <p:ph idx="11" type="ftr"/>
          </p:nvPr>
        </p:nvSpPr>
        <p:spPr>
          <a:xfrm>
            <a:off x="4037548" y="6356350"/>
            <a:ext cx="411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7" name="Google Shape;257;p22"/>
          <p:cNvSpPr txBox="1"/>
          <p:nvPr>
            <p:ph idx="12" type="sldNum"/>
          </p:nvPr>
        </p:nvSpPr>
        <p:spPr>
          <a:xfrm>
            <a:off x="837982" y="6356350"/>
            <a:ext cx="2742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1" algn="l">
              <a:spcBef>
                <a:spcPts val="0"/>
              </a:spcBef>
              <a:buNone/>
              <a:defRPr/>
            </a:lvl1pPr>
            <a:lvl2pPr indent="0" lvl="1" marL="0" rtl="1" algn="l">
              <a:spcBef>
                <a:spcPts val="0"/>
              </a:spcBef>
              <a:buNone/>
              <a:defRPr/>
            </a:lvl2pPr>
            <a:lvl3pPr indent="0" lvl="2" marL="0" rtl="1" algn="l">
              <a:spcBef>
                <a:spcPts val="0"/>
              </a:spcBef>
              <a:buNone/>
              <a:defRPr/>
            </a:lvl3pPr>
            <a:lvl4pPr indent="0" lvl="3" marL="0" rtl="1" algn="l">
              <a:spcBef>
                <a:spcPts val="0"/>
              </a:spcBef>
              <a:buNone/>
              <a:defRPr/>
            </a:lvl4pPr>
            <a:lvl5pPr indent="0" lvl="4" marL="0" rtl="1" algn="l">
              <a:spcBef>
                <a:spcPts val="0"/>
              </a:spcBef>
              <a:buNone/>
              <a:defRPr/>
            </a:lvl5pPr>
            <a:lvl6pPr indent="0" lvl="5" marL="0" rtl="1" algn="l">
              <a:spcBef>
                <a:spcPts val="0"/>
              </a:spcBef>
              <a:buNone/>
              <a:defRPr/>
            </a:lvl6pPr>
            <a:lvl7pPr indent="0" lvl="6" marL="0" rtl="1" algn="l">
              <a:spcBef>
                <a:spcPts val="0"/>
              </a:spcBef>
              <a:buNone/>
              <a:defRPr/>
            </a:lvl7pPr>
            <a:lvl8pPr indent="0" lvl="7" marL="0" rtl="1" algn="l">
              <a:spcBef>
                <a:spcPts val="0"/>
              </a:spcBef>
              <a:buNone/>
              <a:defRPr/>
            </a:lvl8pPr>
            <a:lvl9pPr indent="0" lvl="8" marL="0" rtl="1" algn="l">
              <a:spcBef>
                <a:spcPts val="0"/>
              </a:spcBef>
              <a:buNone/>
              <a:defRPr/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תוכן עם כיתוב" type="objTx">
  <p:cSld name="OBJECT_WITH_CAPTION_TEXT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3"/>
          <p:cNvSpPr txBox="1"/>
          <p:nvPr>
            <p:ph type="title"/>
          </p:nvPr>
        </p:nvSpPr>
        <p:spPr>
          <a:xfrm>
            <a:off x="839569" y="457200"/>
            <a:ext cx="39312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0" name="Google Shape;260;p23"/>
          <p:cNvSpPr txBox="1"/>
          <p:nvPr>
            <p:ph idx="1" type="body"/>
          </p:nvPr>
        </p:nvSpPr>
        <p:spPr>
          <a:xfrm>
            <a:off x="5181838" y="987425"/>
            <a:ext cx="61707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261" name="Google Shape;261;p23"/>
          <p:cNvSpPr txBox="1"/>
          <p:nvPr>
            <p:ph idx="2" type="body"/>
          </p:nvPr>
        </p:nvSpPr>
        <p:spPr>
          <a:xfrm>
            <a:off x="839569" y="2057400"/>
            <a:ext cx="39312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62" name="Google Shape;262;p23"/>
          <p:cNvSpPr txBox="1"/>
          <p:nvPr>
            <p:ph idx="10" type="dt"/>
          </p:nvPr>
        </p:nvSpPr>
        <p:spPr>
          <a:xfrm>
            <a:off x="8608358" y="6356350"/>
            <a:ext cx="2742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3" name="Google Shape;263;p23"/>
          <p:cNvSpPr txBox="1"/>
          <p:nvPr>
            <p:ph idx="11" type="ftr"/>
          </p:nvPr>
        </p:nvSpPr>
        <p:spPr>
          <a:xfrm>
            <a:off x="4037548" y="6356350"/>
            <a:ext cx="411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4" name="Google Shape;264;p23"/>
          <p:cNvSpPr txBox="1"/>
          <p:nvPr>
            <p:ph idx="12" type="sldNum"/>
          </p:nvPr>
        </p:nvSpPr>
        <p:spPr>
          <a:xfrm>
            <a:off x="837982" y="6356350"/>
            <a:ext cx="2742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1" algn="l">
              <a:spcBef>
                <a:spcPts val="0"/>
              </a:spcBef>
              <a:buNone/>
              <a:defRPr/>
            </a:lvl1pPr>
            <a:lvl2pPr indent="0" lvl="1" marL="0" rtl="1" algn="l">
              <a:spcBef>
                <a:spcPts val="0"/>
              </a:spcBef>
              <a:buNone/>
              <a:defRPr/>
            </a:lvl2pPr>
            <a:lvl3pPr indent="0" lvl="2" marL="0" rtl="1" algn="l">
              <a:spcBef>
                <a:spcPts val="0"/>
              </a:spcBef>
              <a:buNone/>
              <a:defRPr/>
            </a:lvl3pPr>
            <a:lvl4pPr indent="0" lvl="3" marL="0" rtl="1" algn="l">
              <a:spcBef>
                <a:spcPts val="0"/>
              </a:spcBef>
              <a:buNone/>
              <a:defRPr/>
            </a:lvl4pPr>
            <a:lvl5pPr indent="0" lvl="4" marL="0" rtl="1" algn="l">
              <a:spcBef>
                <a:spcPts val="0"/>
              </a:spcBef>
              <a:buNone/>
              <a:defRPr/>
            </a:lvl5pPr>
            <a:lvl6pPr indent="0" lvl="5" marL="0" rtl="1" algn="l">
              <a:spcBef>
                <a:spcPts val="0"/>
              </a:spcBef>
              <a:buNone/>
              <a:defRPr/>
            </a:lvl6pPr>
            <a:lvl7pPr indent="0" lvl="6" marL="0" rtl="1" algn="l">
              <a:spcBef>
                <a:spcPts val="0"/>
              </a:spcBef>
              <a:buNone/>
              <a:defRPr/>
            </a:lvl7pPr>
            <a:lvl8pPr indent="0" lvl="7" marL="0" rtl="1" algn="l">
              <a:spcBef>
                <a:spcPts val="0"/>
              </a:spcBef>
              <a:buNone/>
              <a:defRPr/>
            </a:lvl8pPr>
            <a:lvl9pPr indent="0" lvl="8" marL="0" rtl="1" algn="l">
              <a:spcBef>
                <a:spcPts val="0"/>
              </a:spcBef>
              <a:buNone/>
              <a:defRPr/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תמונה עם כיתוב" type="picTx">
  <p:cSld name="PICTURE_WITH_CAPTION_TEXT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4"/>
          <p:cNvSpPr txBox="1"/>
          <p:nvPr>
            <p:ph type="title"/>
          </p:nvPr>
        </p:nvSpPr>
        <p:spPr>
          <a:xfrm>
            <a:off x="839569" y="457200"/>
            <a:ext cx="39312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7" name="Google Shape;267;p24"/>
          <p:cNvSpPr/>
          <p:nvPr>
            <p:ph idx="2" type="pic"/>
          </p:nvPr>
        </p:nvSpPr>
        <p:spPr>
          <a:xfrm>
            <a:off x="5181838" y="987425"/>
            <a:ext cx="61707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268" name="Google Shape;268;p24"/>
          <p:cNvSpPr txBox="1"/>
          <p:nvPr>
            <p:ph idx="1" type="body"/>
          </p:nvPr>
        </p:nvSpPr>
        <p:spPr>
          <a:xfrm>
            <a:off x="839569" y="2057400"/>
            <a:ext cx="39312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69" name="Google Shape;269;p24"/>
          <p:cNvSpPr txBox="1"/>
          <p:nvPr>
            <p:ph idx="10" type="dt"/>
          </p:nvPr>
        </p:nvSpPr>
        <p:spPr>
          <a:xfrm>
            <a:off x="8608358" y="6356350"/>
            <a:ext cx="2742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0" name="Google Shape;270;p24"/>
          <p:cNvSpPr txBox="1"/>
          <p:nvPr>
            <p:ph idx="11" type="ftr"/>
          </p:nvPr>
        </p:nvSpPr>
        <p:spPr>
          <a:xfrm>
            <a:off x="4037548" y="6356350"/>
            <a:ext cx="411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1" name="Google Shape;271;p24"/>
          <p:cNvSpPr txBox="1"/>
          <p:nvPr>
            <p:ph idx="12" type="sldNum"/>
          </p:nvPr>
        </p:nvSpPr>
        <p:spPr>
          <a:xfrm>
            <a:off x="837982" y="6356350"/>
            <a:ext cx="2742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1" algn="l">
              <a:spcBef>
                <a:spcPts val="0"/>
              </a:spcBef>
              <a:buNone/>
              <a:defRPr/>
            </a:lvl1pPr>
            <a:lvl2pPr indent="0" lvl="1" marL="0" rtl="1" algn="l">
              <a:spcBef>
                <a:spcPts val="0"/>
              </a:spcBef>
              <a:buNone/>
              <a:defRPr/>
            </a:lvl2pPr>
            <a:lvl3pPr indent="0" lvl="2" marL="0" rtl="1" algn="l">
              <a:spcBef>
                <a:spcPts val="0"/>
              </a:spcBef>
              <a:buNone/>
              <a:defRPr/>
            </a:lvl3pPr>
            <a:lvl4pPr indent="0" lvl="3" marL="0" rtl="1" algn="l">
              <a:spcBef>
                <a:spcPts val="0"/>
              </a:spcBef>
              <a:buNone/>
              <a:defRPr/>
            </a:lvl4pPr>
            <a:lvl5pPr indent="0" lvl="4" marL="0" rtl="1" algn="l">
              <a:spcBef>
                <a:spcPts val="0"/>
              </a:spcBef>
              <a:buNone/>
              <a:defRPr/>
            </a:lvl5pPr>
            <a:lvl6pPr indent="0" lvl="5" marL="0" rtl="1" algn="l">
              <a:spcBef>
                <a:spcPts val="0"/>
              </a:spcBef>
              <a:buNone/>
              <a:defRPr/>
            </a:lvl6pPr>
            <a:lvl7pPr indent="0" lvl="6" marL="0" rtl="1" algn="l">
              <a:spcBef>
                <a:spcPts val="0"/>
              </a:spcBef>
              <a:buNone/>
              <a:defRPr/>
            </a:lvl7pPr>
            <a:lvl8pPr indent="0" lvl="7" marL="0" rtl="1" algn="l">
              <a:spcBef>
                <a:spcPts val="0"/>
              </a:spcBef>
              <a:buNone/>
              <a:defRPr/>
            </a:lvl8pPr>
            <a:lvl9pPr indent="0" lvl="8" marL="0" rtl="1" algn="l">
              <a:spcBef>
                <a:spcPts val="0"/>
              </a:spcBef>
              <a:buNone/>
              <a:defRPr/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כותרת וטקסט אנכי" type="vertTx">
  <p:cSld name="VERTICAL_TEXT"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5"/>
          <p:cNvSpPr txBox="1"/>
          <p:nvPr>
            <p:ph type="title"/>
          </p:nvPr>
        </p:nvSpPr>
        <p:spPr>
          <a:xfrm>
            <a:off x="837982" y="365125"/>
            <a:ext cx="105129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4" name="Google Shape;274;p25"/>
          <p:cNvSpPr txBox="1"/>
          <p:nvPr>
            <p:ph idx="1" type="body"/>
          </p:nvPr>
        </p:nvSpPr>
        <p:spPr>
          <a:xfrm rot="5400000">
            <a:off x="3918793" y="-1255225"/>
            <a:ext cx="4351200" cy="105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5" name="Google Shape;275;p25"/>
          <p:cNvSpPr txBox="1"/>
          <p:nvPr>
            <p:ph idx="10" type="dt"/>
          </p:nvPr>
        </p:nvSpPr>
        <p:spPr>
          <a:xfrm>
            <a:off x="8608358" y="6356350"/>
            <a:ext cx="2742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6" name="Google Shape;276;p25"/>
          <p:cNvSpPr txBox="1"/>
          <p:nvPr>
            <p:ph idx="11" type="ftr"/>
          </p:nvPr>
        </p:nvSpPr>
        <p:spPr>
          <a:xfrm>
            <a:off x="4037548" y="6356350"/>
            <a:ext cx="411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7" name="Google Shape;277;p25"/>
          <p:cNvSpPr txBox="1"/>
          <p:nvPr>
            <p:ph idx="12" type="sldNum"/>
          </p:nvPr>
        </p:nvSpPr>
        <p:spPr>
          <a:xfrm>
            <a:off x="837982" y="6356350"/>
            <a:ext cx="2742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1" algn="l">
              <a:spcBef>
                <a:spcPts val="0"/>
              </a:spcBef>
              <a:buNone/>
              <a:defRPr/>
            </a:lvl1pPr>
            <a:lvl2pPr indent="0" lvl="1" marL="0" rtl="1" algn="l">
              <a:spcBef>
                <a:spcPts val="0"/>
              </a:spcBef>
              <a:buNone/>
              <a:defRPr/>
            </a:lvl2pPr>
            <a:lvl3pPr indent="0" lvl="2" marL="0" rtl="1" algn="l">
              <a:spcBef>
                <a:spcPts val="0"/>
              </a:spcBef>
              <a:buNone/>
              <a:defRPr/>
            </a:lvl3pPr>
            <a:lvl4pPr indent="0" lvl="3" marL="0" rtl="1" algn="l">
              <a:spcBef>
                <a:spcPts val="0"/>
              </a:spcBef>
              <a:buNone/>
              <a:defRPr/>
            </a:lvl4pPr>
            <a:lvl5pPr indent="0" lvl="4" marL="0" rtl="1" algn="l">
              <a:spcBef>
                <a:spcPts val="0"/>
              </a:spcBef>
              <a:buNone/>
              <a:defRPr/>
            </a:lvl5pPr>
            <a:lvl6pPr indent="0" lvl="5" marL="0" rtl="1" algn="l">
              <a:spcBef>
                <a:spcPts val="0"/>
              </a:spcBef>
              <a:buNone/>
              <a:defRPr/>
            </a:lvl6pPr>
            <a:lvl7pPr indent="0" lvl="6" marL="0" rtl="1" algn="l">
              <a:spcBef>
                <a:spcPts val="0"/>
              </a:spcBef>
              <a:buNone/>
              <a:defRPr/>
            </a:lvl7pPr>
            <a:lvl8pPr indent="0" lvl="7" marL="0" rtl="1" algn="l">
              <a:spcBef>
                <a:spcPts val="0"/>
              </a:spcBef>
              <a:buNone/>
              <a:defRPr/>
            </a:lvl8pPr>
            <a:lvl9pPr indent="0" lvl="8" marL="0" rtl="1" algn="l">
              <a:spcBef>
                <a:spcPts val="0"/>
              </a:spcBef>
              <a:buNone/>
              <a:defRPr/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כותרת אנכית וטקסט" type="vertTitleAndTx">
  <p:cSld name="VERTICAL_TITLE_AND_VERTICAL_TEXT"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6"/>
          <p:cNvSpPr txBox="1"/>
          <p:nvPr>
            <p:ph type="title"/>
          </p:nvPr>
        </p:nvSpPr>
        <p:spPr>
          <a:xfrm rot="5400000">
            <a:off x="7130743" y="1956925"/>
            <a:ext cx="5811900" cy="262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0" name="Google Shape;280;p26"/>
          <p:cNvSpPr txBox="1"/>
          <p:nvPr>
            <p:ph idx="1" type="body"/>
          </p:nvPr>
        </p:nvSpPr>
        <p:spPr>
          <a:xfrm rot="5400000">
            <a:off x="1798218" y="-595025"/>
            <a:ext cx="5811900" cy="77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1" name="Google Shape;281;p26"/>
          <p:cNvSpPr txBox="1"/>
          <p:nvPr>
            <p:ph idx="10" type="dt"/>
          </p:nvPr>
        </p:nvSpPr>
        <p:spPr>
          <a:xfrm>
            <a:off x="8608358" y="6356350"/>
            <a:ext cx="2742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2" name="Google Shape;282;p26"/>
          <p:cNvSpPr txBox="1"/>
          <p:nvPr>
            <p:ph idx="11" type="ftr"/>
          </p:nvPr>
        </p:nvSpPr>
        <p:spPr>
          <a:xfrm>
            <a:off x="4037548" y="6356350"/>
            <a:ext cx="411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3" name="Google Shape;283;p26"/>
          <p:cNvSpPr txBox="1"/>
          <p:nvPr>
            <p:ph idx="12" type="sldNum"/>
          </p:nvPr>
        </p:nvSpPr>
        <p:spPr>
          <a:xfrm>
            <a:off x="837982" y="6356350"/>
            <a:ext cx="2742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1" algn="l">
              <a:spcBef>
                <a:spcPts val="0"/>
              </a:spcBef>
              <a:buNone/>
              <a:defRPr/>
            </a:lvl1pPr>
            <a:lvl2pPr indent="0" lvl="1" marL="0" rtl="1" algn="l">
              <a:spcBef>
                <a:spcPts val="0"/>
              </a:spcBef>
              <a:buNone/>
              <a:defRPr/>
            </a:lvl2pPr>
            <a:lvl3pPr indent="0" lvl="2" marL="0" rtl="1" algn="l">
              <a:spcBef>
                <a:spcPts val="0"/>
              </a:spcBef>
              <a:buNone/>
              <a:defRPr/>
            </a:lvl3pPr>
            <a:lvl4pPr indent="0" lvl="3" marL="0" rtl="1" algn="l">
              <a:spcBef>
                <a:spcPts val="0"/>
              </a:spcBef>
              <a:buNone/>
              <a:defRPr/>
            </a:lvl4pPr>
            <a:lvl5pPr indent="0" lvl="4" marL="0" rtl="1" algn="l">
              <a:spcBef>
                <a:spcPts val="0"/>
              </a:spcBef>
              <a:buNone/>
              <a:defRPr/>
            </a:lvl5pPr>
            <a:lvl6pPr indent="0" lvl="5" marL="0" rtl="1" algn="l">
              <a:spcBef>
                <a:spcPts val="0"/>
              </a:spcBef>
              <a:buNone/>
              <a:defRPr/>
            </a:lvl6pPr>
            <a:lvl7pPr indent="0" lvl="6" marL="0" rtl="1" algn="l">
              <a:spcBef>
                <a:spcPts val="0"/>
              </a:spcBef>
              <a:buNone/>
              <a:defRPr/>
            </a:lvl7pPr>
            <a:lvl8pPr indent="0" lvl="7" marL="0" rtl="1" algn="l">
              <a:spcBef>
                <a:spcPts val="0"/>
              </a:spcBef>
              <a:buNone/>
              <a:defRPr/>
            </a:lvl8pPr>
            <a:lvl9pPr indent="0" lvl="8" marL="0" rtl="1" algn="l">
              <a:spcBef>
                <a:spcPts val="0"/>
              </a:spcBef>
              <a:buNone/>
              <a:defRPr/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0.xml"/><Relationship Id="rId8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1117309" y="76200"/>
            <a:ext cx="10157354" cy="1397000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rm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1117309" y="1701800"/>
            <a:ext cx="10157354" cy="44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875" spcFirstLastPara="1" rIns="121875" wrap="square" tIns="60925">
            <a:normAutofit/>
          </a:bodyPr>
          <a:lstStyle>
            <a:lvl1pPr indent="-381000" lvl="0" marL="457200" marR="0" rtl="0" algn="l">
              <a:lnSpc>
                <a:spcPct val="95000"/>
              </a:lnSpc>
              <a:spcBef>
                <a:spcPts val="1866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55600" lvl="1" marL="914400" marR="0" rtl="0" algn="l">
              <a:lnSpc>
                <a:spcPct val="95000"/>
              </a:lnSpc>
              <a:spcBef>
                <a:spcPts val="1066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42900" lvl="2" marL="1371600" marR="0" rtl="0" algn="l">
              <a:lnSpc>
                <a:spcPct val="95000"/>
              </a:lnSpc>
              <a:spcBef>
                <a:spcPts val="1066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42900" lvl="3" marL="1828800" marR="0" rtl="0" algn="l">
              <a:lnSpc>
                <a:spcPct val="95000"/>
              </a:lnSpc>
              <a:spcBef>
                <a:spcPts val="1066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42900" lvl="4" marL="2286000" marR="0" rtl="0" algn="l">
              <a:lnSpc>
                <a:spcPct val="95000"/>
              </a:lnSpc>
              <a:spcBef>
                <a:spcPts val="1066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31470" lvl="5" marL="2743200" marR="0" rtl="0" algn="l">
              <a:lnSpc>
                <a:spcPct val="95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1620"/>
              <a:buFont typeface="Century Gothic"/>
              <a:buChar char="–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31470" lvl="6" marL="3200400" marR="0" rtl="0" algn="l">
              <a:lnSpc>
                <a:spcPct val="95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1620"/>
              <a:buFont typeface="Century Gothic"/>
              <a:buChar char="–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31470" lvl="7" marL="3657600" marR="0" rtl="0" algn="l">
              <a:lnSpc>
                <a:spcPct val="95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1620"/>
              <a:buFont typeface="Century Gothic"/>
              <a:buChar char="–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31470" lvl="8" marL="4114800" marR="0" rtl="0" algn="l">
              <a:lnSpc>
                <a:spcPct val="95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1620"/>
              <a:buFont typeface="Century Gothic"/>
              <a:buChar char="–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1117309" y="6400801"/>
            <a:ext cx="2742486" cy="320675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907842" y="6400801"/>
            <a:ext cx="6216301" cy="320675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10167146" y="6400801"/>
            <a:ext cx="1107518" cy="320675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39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5"/>
          <p:cNvSpPr txBox="1"/>
          <p:nvPr>
            <p:ph type="title"/>
          </p:nvPr>
        </p:nvSpPr>
        <p:spPr>
          <a:xfrm>
            <a:off x="837982" y="365125"/>
            <a:ext cx="105129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11" name="Google Shape;211;p15"/>
          <p:cNvSpPr txBox="1"/>
          <p:nvPr>
            <p:ph idx="1" type="body"/>
          </p:nvPr>
        </p:nvSpPr>
        <p:spPr>
          <a:xfrm>
            <a:off x="837982" y="1825625"/>
            <a:ext cx="105129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2" name="Google Shape;212;p15"/>
          <p:cNvSpPr txBox="1"/>
          <p:nvPr>
            <p:ph idx="10" type="dt"/>
          </p:nvPr>
        </p:nvSpPr>
        <p:spPr>
          <a:xfrm>
            <a:off x="8608358" y="6356350"/>
            <a:ext cx="2742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3" name="Google Shape;213;p15"/>
          <p:cNvSpPr txBox="1"/>
          <p:nvPr>
            <p:ph idx="11" type="ftr"/>
          </p:nvPr>
        </p:nvSpPr>
        <p:spPr>
          <a:xfrm>
            <a:off x="4037548" y="6356350"/>
            <a:ext cx="411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4" name="Google Shape;214;p15"/>
          <p:cNvSpPr txBox="1"/>
          <p:nvPr>
            <p:ph idx="12" type="sldNum"/>
          </p:nvPr>
        </p:nvSpPr>
        <p:spPr>
          <a:xfrm>
            <a:off x="837982" y="6356350"/>
            <a:ext cx="2742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1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1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1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1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1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1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1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1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1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2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11.png"/><Relationship Id="rId5" Type="http://schemas.openxmlformats.org/officeDocument/2006/relationships/image" Target="../media/image1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jpg"/><Relationship Id="rId4" Type="http://schemas.openxmlformats.org/officeDocument/2006/relationships/image" Target="../media/image11.png"/><Relationship Id="rId5" Type="http://schemas.openxmlformats.org/officeDocument/2006/relationships/image" Target="../media/image6.png"/><Relationship Id="rId6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6.png"/><Relationship Id="rId5" Type="http://schemas.openxmlformats.org/officeDocument/2006/relationships/image" Target="../media/image22.png"/><Relationship Id="rId6" Type="http://schemas.openxmlformats.org/officeDocument/2006/relationships/image" Target="../media/image1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6.png"/><Relationship Id="rId5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11.png"/><Relationship Id="rId5" Type="http://schemas.openxmlformats.org/officeDocument/2006/relationships/image" Target="../media/image2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jpg"/><Relationship Id="rId4" Type="http://schemas.openxmlformats.org/officeDocument/2006/relationships/image" Target="../media/image11.png"/><Relationship Id="rId5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jpg"/><Relationship Id="rId4" Type="http://schemas.openxmlformats.org/officeDocument/2006/relationships/hyperlink" Target="https://youtu.be/a-Qhz-X8Ws0" TargetMode="External"/><Relationship Id="rId5" Type="http://schemas.openxmlformats.org/officeDocument/2006/relationships/image" Target="../media/image20.png"/><Relationship Id="rId6" Type="http://schemas.openxmlformats.org/officeDocument/2006/relationships/hyperlink" Target="https://youtu.be/a-Qhz-X8Ws0" TargetMode="External"/><Relationship Id="rId7" Type="http://schemas.openxmlformats.org/officeDocument/2006/relationships/image" Target="../media/image11.png"/><Relationship Id="rId8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2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docs.google.com/document/d/1yqtiqlcuBgJDDVHGa0TPCkwzyK7x8DDzaMgJ9LAbqEA/edit?tab=t.0#heading=h.pbtlu9pvt4r0" TargetMode="External"/><Relationship Id="rId4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docs.google.com/document/d/1yqtiqlcuBgJDDVHGa0TPCkwzyK7x8DDzaMgJ9LAbqEA/edit?tab=t.0#heading=h.pbtlu9pvt4r0" TargetMode="External"/><Relationship Id="rId4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docs.google.com/document/d/1yqtiqlcuBgJDDVHGa0TPCkwzyK7x8DDzaMgJ9LAbqEA/edit?tab=t.0#heading=h.pbtlu9pvt4r0" TargetMode="External"/><Relationship Id="rId4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docs.google.com/document/d/1yqtiqlcuBgJDDVHGa0TPCkwzyK7x8DDzaMgJ9LAbqEA/edit?tab=t.0#heading=h.pbtlu9pvt4r0" TargetMode="External"/><Relationship Id="rId4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jpg"/><Relationship Id="rId4" Type="http://schemas.openxmlformats.org/officeDocument/2006/relationships/image" Target="../media/image11.png"/><Relationship Id="rId5" Type="http://schemas.openxmlformats.org/officeDocument/2006/relationships/image" Target="../media/image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6.jpg"/><Relationship Id="rId4" Type="http://schemas.openxmlformats.org/officeDocument/2006/relationships/hyperlink" Target="https://forms.gle/F5cvvXhT2L15VnTN6" TargetMode="External"/><Relationship Id="rId5" Type="http://schemas.openxmlformats.org/officeDocument/2006/relationships/image" Target="../media/image11.png"/><Relationship Id="rId6" Type="http://schemas.openxmlformats.org/officeDocument/2006/relationships/image" Target="../media/image6.png"/><Relationship Id="rId7" Type="http://schemas.openxmlformats.org/officeDocument/2006/relationships/hyperlink" Target="https://forms.gle/F5cvvXhT2L15VnTN6" TargetMode="External"/><Relationship Id="rId8" Type="http://schemas.openxmlformats.org/officeDocument/2006/relationships/image" Target="../media/image2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7"/>
          <p:cNvSpPr txBox="1"/>
          <p:nvPr>
            <p:ph type="title"/>
          </p:nvPr>
        </p:nvSpPr>
        <p:spPr>
          <a:xfrm>
            <a:off x="2806682" y="1400600"/>
            <a:ext cx="6915000" cy="223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875" spcFirstLastPara="1" rIns="121875" wrap="square" tIns="60925">
            <a:normAutofit/>
          </a:bodyPr>
          <a:lstStyle/>
          <a:p>
            <a:pPr indent="0" lvl="0" marL="0" rtl="1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Font typeface="Arial"/>
              <a:buNone/>
            </a:pPr>
            <a:r>
              <a:rPr lang="iw-IL" sz="6700"/>
              <a:t>מפגש 9 ימי חמישי</a:t>
            </a:r>
            <a:br>
              <a:rPr lang="iw-IL" sz="6700"/>
            </a:br>
            <a:r>
              <a:rPr lang="iw-IL" sz="3100"/>
              <a:t>בזאר תרגולים</a:t>
            </a:r>
            <a:r>
              <a:rPr lang="iw-IL" sz="3100"/>
              <a:t> והחזרת האומץ</a:t>
            </a:r>
            <a:endParaRPr sz="6700"/>
          </a:p>
        </p:txBody>
      </p:sp>
      <p:pic>
        <p:nvPicPr>
          <p:cNvPr descr="תמונה שמכילה טקסט, גופן, עיגול, צילום מסך&#10;&#10;תוכן בינה מלאכותית גנרטיבית עשוי להיות שגוי." id="289" name="Google Shape;28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98579" y="154422"/>
            <a:ext cx="1391675" cy="1103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0150" y="3092275"/>
            <a:ext cx="11308049" cy="421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8"/>
          <p:cNvSpPr txBox="1"/>
          <p:nvPr>
            <p:ph type="title"/>
          </p:nvPr>
        </p:nvSpPr>
        <p:spPr>
          <a:xfrm>
            <a:off x="4341837" y="602675"/>
            <a:ext cx="5181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0" spcFirstLastPara="1" rIns="121875" wrap="square" tIns="60925">
            <a:noAutofit/>
          </a:bodyPr>
          <a:lstStyle/>
          <a:p>
            <a:pPr indent="0" lvl="0" marL="0" rtl="1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600"/>
              <a:buFont typeface="Arial"/>
              <a:buNone/>
            </a:pPr>
            <a:r>
              <a:rPr lang="iw-IL"/>
              <a:t>לו"ז</a:t>
            </a:r>
            <a:endParaRPr/>
          </a:p>
        </p:txBody>
      </p:sp>
      <p:sp>
        <p:nvSpPr>
          <p:cNvPr id="296" name="Google Shape;296;p28"/>
          <p:cNvSpPr txBox="1"/>
          <p:nvPr>
            <p:ph idx="1" type="body"/>
          </p:nvPr>
        </p:nvSpPr>
        <p:spPr>
          <a:xfrm>
            <a:off x="3997242" y="1489364"/>
            <a:ext cx="62565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0" spcFirstLastPara="1" rIns="121875" wrap="square" tIns="60925">
            <a:normAutofit/>
          </a:bodyPr>
          <a:lstStyle/>
          <a:p>
            <a:pPr indent="0" lvl="0" marL="0"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r>
              <a:rPr lang="iw-IL" sz="2800"/>
              <a:t>9:30 צ'קאין, מתחממים עם הקשבה</a:t>
            </a:r>
            <a:endParaRPr sz="2800"/>
          </a:p>
          <a:p>
            <a:pPr indent="0" lvl="0" marL="0" rtl="1" algn="r">
              <a:lnSpc>
                <a:spcPct val="125000"/>
              </a:lnSpc>
              <a:spcBef>
                <a:spcPts val="1866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r>
              <a:rPr lang="iw-IL" sz="2800"/>
              <a:t>11:00 "להחזיר את האומץ" / דר' אנבלה שקד</a:t>
            </a:r>
            <a:endParaRPr/>
          </a:p>
          <a:p>
            <a:pPr indent="0" lvl="0" marL="0" rtl="1" algn="r">
              <a:lnSpc>
                <a:spcPct val="125000"/>
              </a:lnSpc>
              <a:spcBef>
                <a:spcPts val="1866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r>
              <a:rPr lang="iw-IL" sz="2800"/>
              <a:t>12:30 ארוחת צהריים</a:t>
            </a:r>
            <a:endParaRPr sz="2800"/>
          </a:p>
          <a:p>
            <a:pPr indent="0" lvl="0" marL="0" rtl="1" algn="r">
              <a:lnSpc>
                <a:spcPct val="125000"/>
              </a:lnSpc>
              <a:spcBef>
                <a:spcPts val="1866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r>
              <a:rPr lang="iw-IL" sz="2800"/>
              <a:t>13:15 Kind Nice</a:t>
            </a:r>
            <a:endParaRPr sz="2800"/>
          </a:p>
          <a:p>
            <a:pPr indent="0" lvl="0" marL="0" rtl="1" algn="r">
              <a:lnSpc>
                <a:spcPct val="125000"/>
              </a:lnSpc>
              <a:spcBef>
                <a:spcPts val="1866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r>
              <a:rPr lang="iw-IL" sz="2800"/>
              <a:t>13:45 בזאר תרגולים</a:t>
            </a:r>
            <a:endParaRPr/>
          </a:p>
          <a:p>
            <a:pPr indent="0" lvl="0" marL="0" rtl="1" algn="r">
              <a:lnSpc>
                <a:spcPct val="125000"/>
              </a:lnSpc>
              <a:spcBef>
                <a:spcPts val="1866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r>
              <a:rPr lang="iw-IL" sz="2800"/>
              <a:t>16:00 סיום</a:t>
            </a:r>
            <a:endParaRPr sz="2800"/>
          </a:p>
        </p:txBody>
      </p:sp>
      <p:sp>
        <p:nvSpPr>
          <p:cNvPr id="297" name="Google Shape;297;p28"/>
          <p:cNvSpPr txBox="1"/>
          <p:nvPr>
            <p:ph idx="12" type="sldNum"/>
          </p:nvPr>
        </p:nvSpPr>
        <p:spPr>
          <a:xfrm>
            <a:off x="10167146" y="6400801"/>
            <a:ext cx="1107518" cy="320675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pic>
        <p:nvPicPr>
          <p:cNvPr descr="תמונה שמכילה טקסט, גופן, עיגול, צילום מסך&#10;&#10;תוכן בינה מלאכותית גנרטיבית עשוי להיות שגוי." id="298" name="Google Shape;298;p28"/>
          <p:cNvPicPr preferRelativeResize="0"/>
          <p:nvPr/>
        </p:nvPicPr>
        <p:blipFill rotWithShape="1">
          <a:blip r:embed="rId3">
            <a:alphaModFix/>
          </a:blip>
          <a:srcRect b="0" l="0" r="0" t="18946"/>
          <a:stretch/>
        </p:blipFill>
        <p:spPr>
          <a:xfrm>
            <a:off x="231775" y="5943600"/>
            <a:ext cx="1185663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274664" y="5943600"/>
            <a:ext cx="494480" cy="74295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8"/>
          <p:cNvSpPr/>
          <p:nvPr/>
        </p:nvSpPr>
        <p:spPr>
          <a:xfrm>
            <a:off x="5942013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01" name="Google Shape;301;p28"/>
          <p:cNvSpPr/>
          <p:nvPr/>
        </p:nvSpPr>
        <p:spPr>
          <a:xfrm>
            <a:off x="6094413" y="34290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02" name="Google Shape;302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6237" y="664300"/>
            <a:ext cx="3887524" cy="51833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9"/>
          <p:cNvSpPr txBox="1"/>
          <p:nvPr>
            <p:ph idx="12" type="sldNum"/>
          </p:nvPr>
        </p:nvSpPr>
        <p:spPr>
          <a:xfrm>
            <a:off x="10167146" y="6400801"/>
            <a:ext cx="11076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sp>
        <p:nvSpPr>
          <p:cNvPr id="308" name="Google Shape;308;p29"/>
          <p:cNvSpPr txBox="1"/>
          <p:nvPr/>
        </p:nvSpPr>
        <p:spPr>
          <a:xfrm>
            <a:off x="3159554" y="96585"/>
            <a:ext cx="619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2400">
                <a:solidFill>
                  <a:schemeClr val="dk1"/>
                </a:solidFill>
              </a:rPr>
              <a:t>מילוי דיווח - חשוב ביותר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09" name="Google Shape;309;p29"/>
          <p:cNvSpPr txBox="1"/>
          <p:nvPr/>
        </p:nvSpPr>
        <p:spPr>
          <a:xfrm>
            <a:off x="1404147" y="3872418"/>
            <a:ext cx="8763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t/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0" name="Google Shape;310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68099" y="6257875"/>
            <a:ext cx="403675" cy="606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תמונה שמכילה טקסט, גופן, עיגול, צילום מסך&#10;&#10;תוכן בינה מלאכותית גנרטיבית עשוי להיות שגוי." id="311" name="Google Shape;311;p29"/>
          <p:cNvPicPr preferRelativeResize="0"/>
          <p:nvPr/>
        </p:nvPicPr>
        <p:blipFill rotWithShape="1">
          <a:blip r:embed="rId5">
            <a:alphaModFix/>
          </a:blip>
          <a:srcRect b="0" l="0" r="0" t="18943"/>
          <a:stretch/>
        </p:blipFill>
        <p:spPr>
          <a:xfrm>
            <a:off x="557575" y="6289100"/>
            <a:ext cx="846575" cy="54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92588" y="1421177"/>
            <a:ext cx="8203650" cy="380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0"/>
          <p:cNvSpPr txBox="1"/>
          <p:nvPr>
            <p:ph type="title"/>
          </p:nvPr>
        </p:nvSpPr>
        <p:spPr>
          <a:xfrm>
            <a:off x="3313112" y="1143000"/>
            <a:ext cx="5562599" cy="3632196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875" spcFirstLastPara="1" rIns="121875" wrap="square" tIns="60925">
            <a:normAutofit fontScale="90000"/>
          </a:bodyPr>
          <a:lstStyle/>
          <a:p>
            <a:pPr indent="0" lvl="0" marL="0" rtl="1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None/>
            </a:pPr>
            <a:r>
              <a:rPr lang="iw-IL" sz="4400"/>
              <a:t>צ'קאין</a:t>
            </a:r>
            <a:br>
              <a:rPr lang="iw-IL" sz="4400"/>
            </a:br>
            <a:br>
              <a:rPr lang="iw-IL" sz="4400"/>
            </a:br>
            <a:br>
              <a:rPr lang="iw-IL" sz="4400"/>
            </a:br>
            <a:r>
              <a:rPr lang="iw-IL"/>
              <a:t>"משהו שגיליתי על עצמי כמנטורית בתקופה הזאת..."</a:t>
            </a:r>
            <a:br>
              <a:rPr lang="iw-IL"/>
            </a:br>
            <a:endParaRPr/>
          </a:p>
        </p:txBody>
      </p:sp>
      <p:pic>
        <p:nvPicPr>
          <p:cNvPr id="319" name="Google Shape;31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621039" y="6030175"/>
            <a:ext cx="494480" cy="742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תמונה שמכילה טקסט, גופן, עיגול, צילום מסך&#10;&#10;תוכן בינה מלאכותית גנרטיבית עשוי להיות שגוי." id="320" name="Google Shape;320;p30"/>
          <p:cNvPicPr preferRelativeResize="0"/>
          <p:nvPr/>
        </p:nvPicPr>
        <p:blipFill rotWithShape="1">
          <a:blip r:embed="rId4">
            <a:alphaModFix/>
          </a:blip>
          <a:srcRect b="0" l="0" r="0" t="18943"/>
          <a:stretch/>
        </p:blipFill>
        <p:spPr>
          <a:xfrm>
            <a:off x="-77800" y="6229050"/>
            <a:ext cx="846575" cy="54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179987" y="1320650"/>
            <a:ext cx="3076883" cy="421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-68075" y="1352196"/>
            <a:ext cx="3076900" cy="41367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1"/>
          <p:cNvSpPr txBox="1"/>
          <p:nvPr>
            <p:ph type="title"/>
          </p:nvPr>
        </p:nvSpPr>
        <p:spPr>
          <a:xfrm>
            <a:off x="1830856" y="-152400"/>
            <a:ext cx="8527111" cy="2209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0" spcFirstLastPara="1" rIns="121875" wrap="square" tIns="60925">
            <a:normAutofit/>
          </a:bodyPr>
          <a:lstStyle/>
          <a:p>
            <a:pPr indent="0" lvl="0" marL="0" rtl="1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Arial"/>
              <a:buNone/>
            </a:pPr>
            <a:r>
              <a:rPr lang="iw-IL"/>
              <a:t>תרגיל הקשבה: הכנה</a:t>
            </a:r>
            <a:endParaRPr/>
          </a:p>
        </p:txBody>
      </p:sp>
      <p:sp>
        <p:nvSpPr>
          <p:cNvPr id="328" name="Google Shape;328;p31"/>
          <p:cNvSpPr txBox="1"/>
          <p:nvPr>
            <p:ph idx="1" type="body"/>
          </p:nvPr>
        </p:nvSpPr>
        <p:spPr>
          <a:xfrm>
            <a:off x="974932" y="1333002"/>
            <a:ext cx="103620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0" spcFirstLastPara="1" rIns="121875" wrap="square" tIns="60925">
            <a:normAutofit/>
          </a:bodyPr>
          <a:lstStyle/>
          <a:p>
            <a:pPr indent="0" lvl="0" marL="0" rtl="1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r>
              <a:rPr lang="iw-IL" sz="2800"/>
              <a:t>אנא קחו דף ועט וכתבו שמות של 5 אנשים שקיימתם איתם שיחה משמעותית בשבועיים האחרונים. שיחה בת כשעה שתוכנננה מראש (עדיף פנים אל פנים).</a:t>
            </a:r>
            <a:endParaRPr/>
          </a:p>
          <a:p>
            <a:pPr indent="-107950" lvl="0" marL="285750" rtl="1" algn="ctr">
              <a:lnSpc>
                <a:spcPct val="125000"/>
              </a:lnSpc>
              <a:spcBef>
                <a:spcPts val="1866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r>
              <a:t/>
            </a:r>
            <a:endParaRPr sz="2800"/>
          </a:p>
        </p:txBody>
      </p:sp>
      <p:sp>
        <p:nvSpPr>
          <p:cNvPr id="329" name="Google Shape;329;p31"/>
          <p:cNvSpPr txBox="1"/>
          <p:nvPr>
            <p:ph idx="12" type="sldNum"/>
          </p:nvPr>
        </p:nvSpPr>
        <p:spPr>
          <a:xfrm>
            <a:off x="10457037" y="6400801"/>
            <a:ext cx="11076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Autofit/>
          </a:bodyPr>
          <a:lstStyle/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graphicFrame>
        <p:nvGraphicFramePr>
          <p:cNvPr id="330" name="Google Shape;330;p31"/>
          <p:cNvGraphicFramePr/>
          <p:nvPr/>
        </p:nvGraphicFramePr>
        <p:xfrm>
          <a:off x="9115094" y="305174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{187120CC-3DE5-4602-8765-82C96D4727F0}</a:tableStyleId>
              </a:tblPr>
              <a:tblGrid>
                <a:gridCol w="1905000"/>
              </a:tblGrid>
              <a:tr h="1188000">
                <a:tc>
                  <a:txBody>
                    <a:bodyPr/>
                    <a:lstStyle/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400" u="none" cap="none" strike="noStrike"/>
                        <a:t>שם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520700">
                <a:tc>
                  <a:txBody>
                    <a:bodyPr/>
                    <a:lstStyle/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400" u="none" cap="none" strike="noStrike"/>
                        <a:t>XXX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</a:tr>
              <a:tr h="520700">
                <a:tc>
                  <a:txBody>
                    <a:bodyPr/>
                    <a:lstStyle/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iw-IL" sz="2400" u="none" cap="none" strike="noStrike">
                          <a:solidFill>
                            <a:srgbClr val="374C8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XXX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</a:tr>
              <a:tr h="520700">
                <a:tc>
                  <a:txBody>
                    <a:bodyPr/>
                    <a:lstStyle/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iw-IL" sz="2400" u="none" cap="none" strike="noStrike">
                          <a:solidFill>
                            <a:srgbClr val="374C8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XXX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</a:tr>
              <a:tr h="520700">
                <a:tc>
                  <a:txBody>
                    <a:bodyPr/>
                    <a:lstStyle/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iw-IL" sz="2400" u="none" cap="none" strike="noStrike">
                          <a:solidFill>
                            <a:srgbClr val="374C8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XXX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</a:tr>
              <a:tr h="520700">
                <a:tc>
                  <a:txBody>
                    <a:bodyPr/>
                    <a:lstStyle/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iw-IL" sz="2400" u="none" cap="none" strike="noStrike">
                          <a:solidFill>
                            <a:srgbClr val="374C8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XXX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331" name="Google Shape;331;p31"/>
          <p:cNvGraphicFramePr/>
          <p:nvPr/>
        </p:nvGraphicFramePr>
        <p:xfrm>
          <a:off x="7154078" y="308460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{187120CC-3DE5-4602-8765-82C96D4727F0}</a:tableStyleId>
              </a:tblPr>
              <a:tblGrid>
                <a:gridCol w="1905000"/>
              </a:tblGrid>
              <a:tr h="1188000">
                <a:tc>
                  <a:txBody>
                    <a:bodyPr/>
                    <a:lstStyle/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400" u="none" cap="none" strike="noStrike"/>
                        <a:t>אני – תחושה שיצאתי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520700">
                <a:tc>
                  <a:txBody>
                    <a:bodyPr/>
                    <a:lstStyle/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iw-IL" sz="2400" u="none" cap="none" strike="noStrike">
                          <a:solidFill>
                            <a:srgbClr val="374C8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XXX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</a:tr>
              <a:tr h="520700">
                <a:tc>
                  <a:txBody>
                    <a:bodyPr/>
                    <a:lstStyle/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iw-IL" sz="2400" u="none" cap="none" strike="noStrike">
                          <a:solidFill>
                            <a:srgbClr val="374C8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XXX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</a:tr>
              <a:tr h="520700">
                <a:tc>
                  <a:txBody>
                    <a:bodyPr/>
                    <a:lstStyle/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iw-IL" sz="2400" u="none" cap="none" strike="noStrike">
                          <a:solidFill>
                            <a:srgbClr val="374C8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XXX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</a:tr>
              <a:tr h="520700">
                <a:tc>
                  <a:txBody>
                    <a:bodyPr/>
                    <a:lstStyle/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iw-IL" sz="2400" u="none" cap="none" strike="noStrike">
                          <a:solidFill>
                            <a:srgbClr val="374C8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XXX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</a:tr>
              <a:tr h="520700">
                <a:tc>
                  <a:txBody>
                    <a:bodyPr/>
                    <a:lstStyle/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iw-IL" sz="2400" u="none" cap="none" strike="noStrike">
                          <a:solidFill>
                            <a:srgbClr val="374C8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XXX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332" name="Google Shape;332;p31"/>
          <p:cNvGraphicFramePr/>
          <p:nvPr/>
        </p:nvGraphicFramePr>
        <p:xfrm>
          <a:off x="5165103" y="309163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{187120CC-3DE5-4602-8765-82C96D4727F0}</a:tableStyleId>
              </a:tblPr>
              <a:tblGrid>
                <a:gridCol w="1905000"/>
              </a:tblGrid>
              <a:tr h="520700">
                <a:tc>
                  <a:txBody>
                    <a:bodyPr/>
                    <a:lstStyle/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400" u="none" cap="none" strike="noStrike"/>
                        <a:t>הוא/היא – תחושה שיצא/ה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520700">
                <a:tc>
                  <a:txBody>
                    <a:bodyPr/>
                    <a:lstStyle/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iw-IL" sz="2400" u="none" cap="none" strike="noStrike">
                          <a:solidFill>
                            <a:srgbClr val="374C8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XXX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</a:tr>
              <a:tr h="520700">
                <a:tc>
                  <a:txBody>
                    <a:bodyPr/>
                    <a:lstStyle/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iw-IL" sz="2400" u="none" cap="none" strike="noStrike">
                          <a:solidFill>
                            <a:srgbClr val="374C8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XXX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</a:tr>
              <a:tr h="520700">
                <a:tc>
                  <a:txBody>
                    <a:bodyPr/>
                    <a:lstStyle/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iw-IL" sz="2400" u="none" cap="none" strike="noStrike">
                          <a:solidFill>
                            <a:srgbClr val="374C8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XXX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</a:tr>
              <a:tr h="520700">
                <a:tc>
                  <a:txBody>
                    <a:bodyPr/>
                    <a:lstStyle/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iw-IL" sz="2400" u="none" cap="none" strike="noStrike">
                          <a:solidFill>
                            <a:srgbClr val="374C8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XXX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</a:tr>
              <a:tr h="520700">
                <a:tc>
                  <a:txBody>
                    <a:bodyPr/>
                    <a:lstStyle/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iw-IL" sz="2400" u="none" cap="none" strike="noStrike">
                          <a:solidFill>
                            <a:srgbClr val="374C8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XXX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333" name="Google Shape;333;p31"/>
          <p:cNvGraphicFramePr/>
          <p:nvPr/>
        </p:nvGraphicFramePr>
        <p:xfrm>
          <a:off x="3206436" y="310617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{187120CC-3DE5-4602-8765-82C96D4727F0}</a:tableStyleId>
              </a:tblPr>
              <a:tblGrid>
                <a:gridCol w="1905000"/>
              </a:tblGrid>
              <a:tr h="1188000">
                <a:tc>
                  <a:txBody>
                    <a:bodyPr/>
                    <a:lstStyle/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400" u="none" cap="none" strike="noStrike"/>
                        <a:t>איכות הקשבה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520700">
                <a:tc>
                  <a:txBody>
                    <a:bodyPr/>
                    <a:lstStyle/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iw-IL" sz="2400" u="none" cap="none" strike="noStrike">
                          <a:solidFill>
                            <a:srgbClr val="374C8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XXX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</a:tr>
              <a:tr h="520700">
                <a:tc>
                  <a:txBody>
                    <a:bodyPr/>
                    <a:lstStyle/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iw-IL" sz="2400" u="none" cap="none" strike="noStrike">
                          <a:solidFill>
                            <a:srgbClr val="374C8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XXX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</a:tr>
              <a:tr h="520700">
                <a:tc>
                  <a:txBody>
                    <a:bodyPr/>
                    <a:lstStyle/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iw-IL" sz="2400" u="none" cap="none" strike="noStrike">
                          <a:solidFill>
                            <a:srgbClr val="374C8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XXX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</a:tr>
              <a:tr h="520700">
                <a:tc>
                  <a:txBody>
                    <a:bodyPr/>
                    <a:lstStyle/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iw-IL" sz="2400" u="none" cap="none" strike="noStrike">
                          <a:solidFill>
                            <a:srgbClr val="374C8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XXX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</a:tr>
              <a:tr h="520700">
                <a:tc>
                  <a:txBody>
                    <a:bodyPr/>
                    <a:lstStyle/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iw-IL" sz="2400" u="none" cap="none" strike="noStrike">
                          <a:solidFill>
                            <a:srgbClr val="374C8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XXX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334" name="Google Shape;334;p31"/>
          <p:cNvGraphicFramePr/>
          <p:nvPr/>
        </p:nvGraphicFramePr>
        <p:xfrm>
          <a:off x="1246181" y="310617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{187120CC-3DE5-4602-8765-82C96D4727F0}</a:tableStyleId>
              </a:tblPr>
              <a:tblGrid>
                <a:gridCol w="1905000"/>
              </a:tblGrid>
              <a:tr h="1188000">
                <a:tc>
                  <a:txBody>
                    <a:bodyPr/>
                    <a:lstStyle/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400" u="none" cap="none" strike="noStrike"/>
                        <a:t>תובנות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520700">
                <a:tc>
                  <a:txBody>
                    <a:bodyPr/>
                    <a:lstStyle/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iw-IL" sz="2400" u="none" cap="none" strike="noStrike">
                          <a:solidFill>
                            <a:srgbClr val="374C8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XXX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</a:tr>
              <a:tr h="520700">
                <a:tc>
                  <a:txBody>
                    <a:bodyPr/>
                    <a:lstStyle/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iw-IL" sz="2400" u="none" cap="none" strike="noStrike">
                          <a:solidFill>
                            <a:srgbClr val="374C8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XXX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</a:tr>
              <a:tr h="520700">
                <a:tc>
                  <a:txBody>
                    <a:bodyPr/>
                    <a:lstStyle/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iw-IL" sz="2400" u="none" cap="none" strike="noStrike">
                          <a:solidFill>
                            <a:srgbClr val="374C8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XXX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</a:tr>
              <a:tr h="520700">
                <a:tc>
                  <a:txBody>
                    <a:bodyPr/>
                    <a:lstStyle/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iw-IL" sz="2400" u="none" cap="none" strike="noStrike">
                          <a:solidFill>
                            <a:srgbClr val="374C8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XXX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</a:tr>
              <a:tr h="520700">
                <a:tc>
                  <a:txBody>
                    <a:bodyPr/>
                    <a:lstStyle/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iw-IL" sz="2400" u="none" cap="none" strike="noStrike">
                          <a:solidFill>
                            <a:srgbClr val="374C8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XXX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pic>
        <p:nvPicPr>
          <p:cNvPr id="335" name="Google Shape;335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86389" y="6100300"/>
            <a:ext cx="494480" cy="742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תמונה שמכילה טקסט, גופן, עיגול, צילום מסך&#10;&#10;תוכן בינה מלאכותית גנרטיבית עשוי להיות שגוי." id="336" name="Google Shape;336;p31"/>
          <p:cNvPicPr preferRelativeResize="0"/>
          <p:nvPr/>
        </p:nvPicPr>
        <p:blipFill rotWithShape="1">
          <a:blip r:embed="rId4">
            <a:alphaModFix/>
          </a:blip>
          <a:srcRect b="0" l="0" r="0" t="18943"/>
          <a:stretch/>
        </p:blipFill>
        <p:spPr>
          <a:xfrm>
            <a:off x="212091" y="6229050"/>
            <a:ext cx="846575" cy="544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תמונה שמכילה טקסט, גופן, עיגול, צילום מסך&#10;&#10;תוכן בינה מלאכותית גנרטיבית עשוי להיות שגוי." id="337" name="Google Shape;337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32597" y="145300"/>
            <a:ext cx="686183" cy="54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2"/>
          <p:cNvSpPr txBox="1"/>
          <p:nvPr>
            <p:ph type="title"/>
          </p:nvPr>
        </p:nvSpPr>
        <p:spPr>
          <a:xfrm>
            <a:off x="4378325" y="762000"/>
            <a:ext cx="5825334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0" spcFirstLastPara="1" rIns="121875" wrap="square" tIns="60925">
            <a:noAutofit/>
          </a:bodyPr>
          <a:lstStyle/>
          <a:p>
            <a:pPr indent="0" lvl="0" marL="0" rtl="1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Arial"/>
              <a:buNone/>
            </a:pPr>
            <a:r>
              <a:rPr lang="iw-IL" sz="5400"/>
              <a:t>בשלשות</a:t>
            </a:r>
            <a:endParaRPr sz="5400"/>
          </a:p>
        </p:txBody>
      </p:sp>
      <p:sp>
        <p:nvSpPr>
          <p:cNvPr id="343" name="Google Shape;343;p32"/>
          <p:cNvSpPr txBox="1"/>
          <p:nvPr>
            <p:ph idx="1" type="body"/>
          </p:nvPr>
        </p:nvSpPr>
        <p:spPr>
          <a:xfrm>
            <a:off x="4067772" y="2065338"/>
            <a:ext cx="7315199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0" spcFirstLastPara="1" rIns="121875" wrap="square" tIns="60925">
            <a:normAutofit/>
          </a:bodyPr>
          <a:lstStyle/>
          <a:p>
            <a:pPr indent="0" lvl="0" marL="0"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r>
              <a:rPr lang="iw-IL" sz="3600"/>
              <a:t>מה ההבדל בין השורות השונות בטבלה?</a:t>
            </a:r>
            <a:endParaRPr/>
          </a:p>
          <a:p>
            <a:pPr indent="0" lvl="0" marL="0" rtl="1" algn="r">
              <a:lnSpc>
                <a:spcPct val="125000"/>
              </a:lnSpc>
              <a:spcBef>
                <a:spcPts val="1866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r>
              <a:rPr lang="iw-IL" sz="3600"/>
              <a:t>מה מאפשר לי להיות בהקשבה? </a:t>
            </a:r>
            <a:endParaRPr/>
          </a:p>
          <a:p>
            <a:pPr indent="0" lvl="0" marL="0" rtl="1" algn="r">
              <a:lnSpc>
                <a:spcPct val="125000"/>
              </a:lnSpc>
              <a:spcBef>
                <a:spcPts val="1866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r>
              <a:rPr lang="iw-IL" sz="3600"/>
              <a:t>מה מאתגר אותי?</a:t>
            </a:r>
            <a:endParaRPr/>
          </a:p>
        </p:txBody>
      </p:sp>
      <p:sp>
        <p:nvSpPr>
          <p:cNvPr id="344" name="Google Shape;344;p32"/>
          <p:cNvSpPr txBox="1"/>
          <p:nvPr>
            <p:ph idx="12" type="sldNum"/>
          </p:nvPr>
        </p:nvSpPr>
        <p:spPr>
          <a:xfrm>
            <a:off x="10167146" y="6400801"/>
            <a:ext cx="1107518" cy="320675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pic>
        <p:nvPicPr>
          <p:cNvPr descr="תמונה שמכילה טקסט, גופן, עיגול, צילום מסך&#10;&#10;תוכן בינה מלאכותית גנרטיבית עשוי להיות שגוי." id="345" name="Google Shape;345;p32"/>
          <p:cNvPicPr preferRelativeResize="0"/>
          <p:nvPr/>
        </p:nvPicPr>
        <p:blipFill rotWithShape="1">
          <a:blip r:embed="rId3">
            <a:alphaModFix/>
          </a:blip>
          <a:srcRect b="0" l="0" r="0" t="18946"/>
          <a:stretch/>
        </p:blipFill>
        <p:spPr>
          <a:xfrm>
            <a:off x="231775" y="5943600"/>
            <a:ext cx="1185663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274664" y="5943600"/>
            <a:ext cx="494480" cy="742950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32"/>
          <p:cNvSpPr/>
          <p:nvPr/>
        </p:nvSpPr>
        <p:spPr>
          <a:xfrm>
            <a:off x="5942013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48" name="Google Shape;348;p32"/>
          <p:cNvSpPr/>
          <p:nvPr/>
        </p:nvSpPr>
        <p:spPr>
          <a:xfrm>
            <a:off x="6094413" y="34290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49" name="Google Shape;349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3857" y="564850"/>
            <a:ext cx="3742350" cy="572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3"/>
          <p:cNvSpPr txBox="1"/>
          <p:nvPr>
            <p:ph idx="12" type="sldNum"/>
          </p:nvPr>
        </p:nvSpPr>
        <p:spPr>
          <a:xfrm>
            <a:off x="10167146" y="6400801"/>
            <a:ext cx="11076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sp>
        <p:nvSpPr>
          <p:cNvPr id="355" name="Google Shape;355;p33"/>
          <p:cNvSpPr txBox="1"/>
          <p:nvPr/>
        </p:nvSpPr>
        <p:spPr>
          <a:xfrm>
            <a:off x="1965875" y="729400"/>
            <a:ext cx="8352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4400">
                <a:solidFill>
                  <a:schemeClr val="dk1"/>
                </a:solidFill>
              </a:rPr>
              <a:t>להחזיר את האומץ - דר' אנבלה שקד</a:t>
            </a:r>
            <a:endParaRPr sz="4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56" name="Google Shape;356;p33"/>
          <p:cNvSpPr txBox="1"/>
          <p:nvPr/>
        </p:nvSpPr>
        <p:spPr>
          <a:xfrm>
            <a:off x="1873672" y="2648768"/>
            <a:ext cx="8763000" cy="20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720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w-IL" sz="3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מקרה לדוגמה ולא דוגמה למקרה</a:t>
            </a:r>
            <a:endParaRPr b="1" sz="3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45720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3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מפגש למידה על עקרונות של עידוד וחיזוק האומץ. זה הוא לא מודל לחיקוי, להעתקה או להשלכה באופן ישיר אל מנטורינג למנהלים.</a:t>
            </a:r>
            <a:endParaRPr sz="3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57" name="Google Shape;357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68099" y="6257875"/>
            <a:ext cx="403675" cy="606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תמונה שמכילה טקסט, גופן, עיגול, צילום מסך&#10;&#10;תוכן בינה מלאכותית גנרטיבית עשוי להיות שגוי." id="358" name="Google Shape;358;p33"/>
          <p:cNvPicPr preferRelativeResize="0"/>
          <p:nvPr/>
        </p:nvPicPr>
        <p:blipFill rotWithShape="1">
          <a:blip r:embed="rId5">
            <a:alphaModFix/>
          </a:blip>
          <a:srcRect b="0" l="0" r="0" t="18943"/>
          <a:stretch/>
        </p:blipFill>
        <p:spPr>
          <a:xfrm>
            <a:off x="557575" y="6289100"/>
            <a:ext cx="846575" cy="54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4"/>
          <p:cNvSpPr txBox="1"/>
          <p:nvPr>
            <p:ph idx="12" type="sldNum"/>
          </p:nvPr>
        </p:nvSpPr>
        <p:spPr>
          <a:xfrm>
            <a:off x="10167146" y="6400801"/>
            <a:ext cx="1107518" cy="320675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pic>
        <p:nvPicPr>
          <p:cNvPr descr="תמונה שמכילה פני אדם, לבוש, איש, אדם&#10;&#10;תוכן בינה מלאכותית גנרטיבית עשוי להיות שגוי." id="364" name="Google Shape;364;p34">
            <a:hlinkClick r:id="rId4"/>
          </p:cNvPr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77726" y="0"/>
            <a:ext cx="6233371" cy="2985583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34"/>
          <p:cNvSpPr txBox="1"/>
          <p:nvPr/>
        </p:nvSpPr>
        <p:spPr>
          <a:xfrm>
            <a:off x="3014579" y="3119735"/>
            <a:ext cx="619651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2400" u="sng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https://youtu.be/a-Qhz-X8Ws0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66" name="Google Shape;366;p34"/>
          <p:cNvSpPr txBox="1"/>
          <p:nvPr/>
        </p:nvSpPr>
        <p:spPr>
          <a:xfrm>
            <a:off x="1404147" y="3872418"/>
            <a:ext cx="87630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iw-IL" sz="3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מה התפקיד שלנו כמנטורים, להיות KIND או NICE?</a:t>
            </a:r>
            <a:endParaRPr sz="3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457200" lvl="0" marL="457200" marR="0" rt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iw-IL" sz="3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האם יש מקום להתנחמדות במנטרינג?</a:t>
            </a:r>
            <a:endParaRPr sz="3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457200" lvl="0" marL="457200" marR="0" rt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iw-IL" sz="3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האם להיות אדיב אומר להיות שיפוטי?</a:t>
            </a:r>
            <a:endParaRPr sz="3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457200" lvl="0" marL="457200" marR="0" rt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iw-IL" sz="3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באילו ממיומניות המנטרינג אני צריך לשלוט כדי להיות אדיב ?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7" name="Google Shape;367;p3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168099" y="6257875"/>
            <a:ext cx="403675" cy="606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תמונה שמכילה טקסט, גופן, עיגול, צילום מסך&#10;&#10;תוכן בינה מלאכותית גנרטיבית עשוי להיות שגוי." id="368" name="Google Shape;368;p34"/>
          <p:cNvPicPr preferRelativeResize="0"/>
          <p:nvPr/>
        </p:nvPicPr>
        <p:blipFill rotWithShape="1">
          <a:blip r:embed="rId8">
            <a:alphaModFix/>
          </a:blip>
          <a:srcRect b="0" l="0" r="0" t="18943"/>
          <a:stretch/>
        </p:blipFill>
        <p:spPr>
          <a:xfrm>
            <a:off x="557575" y="6289100"/>
            <a:ext cx="846575" cy="54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5"/>
          <p:cNvSpPr txBox="1"/>
          <p:nvPr>
            <p:ph idx="12" type="sldNum"/>
          </p:nvPr>
        </p:nvSpPr>
        <p:spPr>
          <a:xfrm>
            <a:off x="10544403" y="6400801"/>
            <a:ext cx="1107518" cy="320675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graphicFrame>
        <p:nvGraphicFramePr>
          <p:cNvPr id="374" name="Google Shape;374;p35"/>
          <p:cNvGraphicFramePr/>
          <p:nvPr/>
        </p:nvGraphicFramePr>
        <p:xfrm>
          <a:off x="5145508" y="358446"/>
          <a:ext cx="3000000" cy="3000000"/>
        </p:xfrm>
        <a:graphic>
          <a:graphicData uri="http://schemas.openxmlformats.org/drawingml/2006/table">
            <a:tbl>
              <a:tblPr>
                <a:gradFill>
                  <a:gsLst>
                    <a:gs pos="0">
                      <a:srgbClr val="80B2CA"/>
                    </a:gs>
                    <a:gs pos="50000">
                      <a:srgbClr val="6AABC8"/>
                    </a:gs>
                    <a:gs pos="100000">
                      <a:srgbClr val="5998B5"/>
                    </a:gs>
                  </a:gsLst>
                  <a:lin ang="5400000" scaled="0"/>
                </a:gradFill>
                <a:tableStyleId>{7EFC5945-94BE-48EC-BB4B-2E4131FFCB4A}</a:tableStyleId>
              </a:tblPr>
              <a:tblGrid>
                <a:gridCol w="2643650"/>
                <a:gridCol w="2628875"/>
                <a:gridCol w="1029800"/>
              </a:tblGrid>
              <a:tr h="494775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Century Gothic"/>
                        <a:buNone/>
                      </a:pPr>
                      <a:r>
                        <a:rPr lang="iw-IL" sz="2400" u="none" cap="none" strike="noStrike"/>
                        <a:t>Kind  אדיבות</a:t>
                      </a:r>
                      <a:endParaRPr sz="2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Century Gothic"/>
                        <a:buNone/>
                      </a:pPr>
                      <a:r>
                        <a:rPr lang="iw-IL" sz="2400" u="none" cap="none" strike="noStrike"/>
                        <a:t>Nice  התנחמדות</a:t>
                      </a:r>
                      <a:endParaRPr sz="2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Century Gothic"/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74100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Century Gothic"/>
                        <a:buNone/>
                      </a:pPr>
                      <a:r>
                        <a:rPr lang="iw-IL" sz="2400" u="none" cap="none" strike="noStrike"/>
                        <a:t>באחר - הצמיחה שלהם</a:t>
                      </a:r>
                      <a:endParaRPr sz="2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Century Gothic"/>
                        <a:buNone/>
                      </a:pPr>
                      <a:r>
                        <a:rPr lang="iw-IL" sz="2400" u="none" cap="none" strike="noStrike"/>
                        <a:t>בעצמי - איך אני מרגיש</a:t>
                      </a:r>
                      <a:endParaRPr sz="2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Century Gothic"/>
                        <a:buNone/>
                      </a:pPr>
                      <a:r>
                        <a:rPr lang="iw-IL" sz="2400" u="none" cap="none" strike="noStrike"/>
                        <a:t>המיקוד</a:t>
                      </a:r>
                      <a:endParaRPr sz="2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74100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Century Gothic"/>
                        <a:buNone/>
                      </a:pPr>
                      <a:r>
                        <a:rPr lang="iw-IL" sz="2400" u="none" cap="none" strike="noStrike"/>
                        <a:t>אמת וצמיחה (Grouth)</a:t>
                      </a:r>
                      <a:endParaRPr sz="2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Century Gothic"/>
                        <a:buNone/>
                      </a:pPr>
                      <a:r>
                        <a:rPr lang="iw-IL" sz="2400" u="none" cap="none" strike="noStrike"/>
                        <a:t>נוחות (comfort)</a:t>
                      </a:r>
                      <a:endParaRPr sz="2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Century Gothic"/>
                        <a:buNone/>
                      </a:pPr>
                      <a:r>
                        <a:rPr lang="iw-IL" sz="2400" u="none" cap="none" strike="noStrike"/>
                        <a:t>המטרה</a:t>
                      </a:r>
                      <a:endParaRPr sz="2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53425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Century Gothic"/>
                        <a:buNone/>
                      </a:pPr>
                      <a:r>
                        <a:rPr lang="iw-IL" sz="2400" u="none" cap="none" strike="noStrike"/>
                        <a:t>התמודדות עם אי נוחות למען תוצאה טובה יותר בעתיד </a:t>
                      </a:r>
                      <a:endParaRPr sz="2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Century Gothic"/>
                        <a:buNone/>
                      </a:pPr>
                      <a:r>
                        <a:rPr lang="iw-IL" sz="2400" u="none" cap="none" strike="noStrike"/>
                        <a:t>הימנעות מקונפליקט כדי לשמור על שקט עכשיו</a:t>
                      </a:r>
                      <a:endParaRPr sz="2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Century Gothic"/>
                        <a:buNone/>
                      </a:pPr>
                      <a:r>
                        <a:rPr lang="iw-IL" sz="2400" u="none" cap="none" strike="noStrike"/>
                        <a:t>הגישה</a:t>
                      </a:r>
                      <a:endParaRPr sz="2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74100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Century Gothic"/>
                        <a:buNone/>
                      </a:pPr>
                      <a:r>
                        <a:rPr lang="iw-IL" sz="2400" u="none" cap="none" strike="noStrike"/>
                        <a:t>בניית אמון, כבוד ובהירות</a:t>
                      </a:r>
                      <a:endParaRPr sz="2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Century Gothic"/>
                        <a:buNone/>
                      </a:pPr>
                      <a:r>
                        <a:rPr lang="iw-IL" sz="2400" u="none" cap="none" strike="noStrike"/>
                        <a:t>הרמוניה מזויפת ואובדן סמכות</a:t>
                      </a:r>
                      <a:endParaRPr sz="2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Century Gothic"/>
                        <a:buNone/>
                      </a:pPr>
                      <a:r>
                        <a:rPr lang="iw-IL" sz="2400" u="none" cap="none" strike="noStrike"/>
                        <a:t>תוצאה</a:t>
                      </a:r>
                      <a:endParaRPr sz="2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53425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Century Gothic"/>
                        <a:buNone/>
                      </a:pPr>
                      <a:r>
                        <a:rPr lang="iw-IL" sz="2400" u="none" cap="none" strike="noStrike"/>
                        <a:t>אכפת לי ממך מספיק כדי להגיד לך את האמת הקשה</a:t>
                      </a:r>
                      <a:endParaRPr sz="2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Century Gothic"/>
                        <a:buNone/>
                      </a:pPr>
                      <a:r>
                        <a:rPr lang="iw-IL" sz="2400" u="none" cap="none" strike="noStrike"/>
                        <a:t>אני לא אגיד לך את האמת כדי שלא ארגיש רע עם עצמי</a:t>
                      </a:r>
                      <a:endParaRPr sz="2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Century Gothic"/>
                        <a:buNone/>
                      </a:pPr>
                      <a:r>
                        <a:rPr lang="iw-IL" sz="2400" u="none" cap="none" strike="noStrike"/>
                        <a:t>אמירה </a:t>
                      </a:r>
                      <a:endParaRPr sz="2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375" name="Google Shape;375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651925" y="6344538"/>
            <a:ext cx="288325" cy="43321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1690" y="1901265"/>
            <a:ext cx="4092175" cy="4753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תמונה שמכילה בניין, מכל זבל, רהיטים, בחוץ&#10;&#10;תוכן בינה מלאכותית גנרטיבית עשוי להיות שגוי." id="381" name="Google Shape;381;p36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205033" cy="68562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תמונה שמכילה בניין, מכל זבל, רהיטים, בחוץ&#10;&#10;תוכן בינה מלאכותית גנרטיבית עשוי להיות שגוי." id="386" name="Google Shape;386;p37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205033" cy="6856215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37"/>
          <p:cNvSpPr/>
          <p:nvPr/>
        </p:nvSpPr>
        <p:spPr>
          <a:xfrm>
            <a:off x="8611134" y="1072938"/>
            <a:ext cx="2985600" cy="3754800"/>
          </a:xfrm>
          <a:prstGeom prst="rect">
            <a:avLst/>
          </a:prstGeom>
          <a:solidFill>
            <a:srgbClr val="FFFF00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w-IL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מנטור</a:t>
            </a:r>
            <a:endParaRPr/>
          </a:p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כתוב מתודה/כלי שאתה רוצה להתחזק בה</a:t>
            </a:r>
            <a:endParaRPr/>
          </a:p>
        </p:txBody>
      </p:sp>
      <p:sp>
        <p:nvSpPr>
          <p:cNvPr id="388" name="Google Shape;388;p37"/>
          <p:cNvSpPr/>
          <p:nvPr/>
        </p:nvSpPr>
        <p:spPr>
          <a:xfrm>
            <a:off x="4463368" y="1072938"/>
            <a:ext cx="2985600" cy="3754800"/>
          </a:xfrm>
          <a:prstGeom prst="rect">
            <a:avLst/>
          </a:prstGeom>
          <a:solidFill>
            <a:srgbClr val="82CAEB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w-IL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עדה</a:t>
            </a:r>
            <a:endParaRPr/>
          </a:p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כתוב מתודה/כלי שאתה רוצה ללמוד עליה מתצפית</a:t>
            </a:r>
            <a:endParaRPr/>
          </a:p>
        </p:txBody>
      </p:sp>
      <p:sp>
        <p:nvSpPr>
          <p:cNvPr id="389" name="Google Shape;389;p37"/>
          <p:cNvSpPr/>
          <p:nvPr/>
        </p:nvSpPr>
        <p:spPr>
          <a:xfrm>
            <a:off x="315495" y="1072975"/>
            <a:ext cx="2985600" cy="3754800"/>
          </a:xfrm>
          <a:prstGeom prst="rect">
            <a:avLst/>
          </a:prstGeom>
          <a:solidFill>
            <a:srgbClr val="EA9999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iw-IL" sz="3600">
                <a:solidFill>
                  <a:schemeClr val="dk1"/>
                </a:solidFill>
              </a:rPr>
              <a:t>מנטי</a:t>
            </a:r>
            <a:endParaRPr b="1" sz="3600">
              <a:solidFill>
                <a:schemeClr val="dk1"/>
              </a:solidFill>
            </a:endParaRPr>
          </a:p>
          <a:p>
            <a:pPr indent="0" lvl="0" marL="0" rt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iw-IL" sz="3600">
                <a:solidFill>
                  <a:schemeClr val="dk1"/>
                </a:solidFill>
              </a:rPr>
              <a:t>כתוב נושא שאתה רוצה להתמנטר עליו</a:t>
            </a:r>
            <a:endParaRPr>
              <a:solidFill>
                <a:schemeClr val="dk1"/>
              </a:solidFill>
            </a:endParaRPr>
          </a:p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תמונה שמכילה בניין, מכל זבל, רהיטים, בחוץ&#10;&#10;תוכן בינה מלאכותית גנרטיבית עשוי להיות שגוי." id="394" name="Google Shape;394;p38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205033" cy="6856215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38"/>
          <p:cNvSpPr/>
          <p:nvPr/>
        </p:nvSpPr>
        <p:spPr>
          <a:xfrm>
            <a:off x="8611134" y="1072938"/>
            <a:ext cx="2985600" cy="3754800"/>
          </a:xfrm>
          <a:prstGeom prst="rect">
            <a:avLst/>
          </a:prstGeom>
          <a:solidFill>
            <a:srgbClr val="FFFF00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w-IL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מנטור</a:t>
            </a:r>
            <a:endParaRPr/>
          </a:p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כתוב מתודה/כלי שאתה רוצה להתחזק בה</a:t>
            </a:r>
            <a:endParaRPr/>
          </a:p>
        </p:txBody>
      </p:sp>
      <p:sp>
        <p:nvSpPr>
          <p:cNvPr id="396" name="Google Shape;396;p38"/>
          <p:cNvSpPr/>
          <p:nvPr/>
        </p:nvSpPr>
        <p:spPr>
          <a:xfrm>
            <a:off x="315495" y="1072975"/>
            <a:ext cx="2985600" cy="3754800"/>
          </a:xfrm>
          <a:prstGeom prst="rect">
            <a:avLst/>
          </a:prstGeom>
          <a:solidFill>
            <a:srgbClr val="EA9999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w-IL" sz="3600">
                <a:solidFill>
                  <a:schemeClr val="dk1"/>
                </a:solidFill>
              </a:rPr>
              <a:t>מנטי</a:t>
            </a:r>
            <a:endParaRPr b="1" sz="3600">
              <a:solidFill>
                <a:schemeClr val="dk1"/>
              </a:solidFill>
            </a:endParaRPr>
          </a:p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3600">
                <a:solidFill>
                  <a:schemeClr val="dk1"/>
                </a:solidFill>
              </a:rPr>
              <a:t>כתוב נושא שאתה רוצה להתמנטר עליו</a:t>
            </a:r>
            <a:endParaRPr>
              <a:solidFill>
                <a:schemeClr val="dk1"/>
              </a:solidFill>
            </a:endParaRPr>
          </a:p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תמונה שמכילה לבוש, אדם, רהיטים, בניין&#10;&#10;תוכן בינה מלאכותית גנרטיבית עשוי להיות שגוי." id="401" name="Google Shape;401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881" y="63500"/>
            <a:ext cx="12205033" cy="68562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תמונה שמכילה בניין, מכל זבל, רהיטים, בחוץ&#10;&#10;תוכן בינה מלאכותית גנרטיבית עשוי להיות שגוי." id="406" name="Google Shape;406;p40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205033" cy="6856215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40"/>
          <p:cNvSpPr/>
          <p:nvPr/>
        </p:nvSpPr>
        <p:spPr>
          <a:xfrm>
            <a:off x="10054357" y="1072950"/>
            <a:ext cx="1542600" cy="1939800"/>
          </a:xfrm>
          <a:prstGeom prst="rect">
            <a:avLst/>
          </a:prstGeom>
          <a:solidFill>
            <a:srgbClr val="FFFF00"/>
          </a:solidFill>
          <a:ln cap="flat" cmpd="sng" w="9825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26245" rotWithShape="0" algn="tl" dir="2700000" dist="19684">
              <a:srgbClr val="000000">
                <a:alpha val="40000"/>
              </a:srgbClr>
            </a:outerShdw>
          </a:effectLst>
        </p:spPr>
        <p:txBody>
          <a:bodyPr anchorCtr="0" anchor="ctr" bIns="23600" lIns="47250" spcFirstLastPara="1" rIns="47250" wrap="square" tIns="236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23"/>
          </a:p>
        </p:txBody>
      </p:sp>
      <p:sp>
        <p:nvSpPr>
          <p:cNvPr id="408" name="Google Shape;408;p40"/>
          <p:cNvSpPr/>
          <p:nvPr/>
        </p:nvSpPr>
        <p:spPr>
          <a:xfrm>
            <a:off x="8985364" y="3448475"/>
            <a:ext cx="1542600" cy="1939800"/>
          </a:xfrm>
          <a:prstGeom prst="rect">
            <a:avLst/>
          </a:prstGeom>
          <a:solidFill>
            <a:srgbClr val="82CAEB"/>
          </a:solidFill>
          <a:ln cap="flat" cmpd="sng" w="9825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26245" rotWithShape="0" algn="tl" dir="2700000" dist="19684">
              <a:srgbClr val="000000">
                <a:alpha val="40000"/>
              </a:srgbClr>
            </a:outerShdw>
          </a:effectLst>
        </p:spPr>
        <p:txBody>
          <a:bodyPr anchorCtr="0" anchor="ctr" bIns="23600" lIns="47250" spcFirstLastPara="1" rIns="47250" wrap="square" tIns="236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23"/>
          </a:p>
        </p:txBody>
      </p:sp>
      <p:sp>
        <p:nvSpPr>
          <p:cNvPr id="409" name="Google Shape;409;p40"/>
          <p:cNvSpPr/>
          <p:nvPr/>
        </p:nvSpPr>
        <p:spPr>
          <a:xfrm>
            <a:off x="7813042" y="1072944"/>
            <a:ext cx="1542600" cy="1939800"/>
          </a:xfrm>
          <a:prstGeom prst="rect">
            <a:avLst/>
          </a:prstGeom>
          <a:solidFill>
            <a:srgbClr val="EA9999"/>
          </a:solidFill>
          <a:ln cap="flat" cmpd="sng" w="9825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26245" rotWithShape="0" algn="tl" dir="2700000" dist="19684">
              <a:srgbClr val="000000">
                <a:alpha val="40000"/>
              </a:srgbClr>
            </a:outerShdw>
          </a:effectLst>
        </p:spPr>
        <p:txBody>
          <a:bodyPr anchorCtr="0" anchor="ctr" bIns="23600" lIns="47250" spcFirstLastPara="1" rIns="47250" wrap="square" tIns="236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60"/>
          </a:p>
        </p:txBody>
      </p:sp>
      <p:sp>
        <p:nvSpPr>
          <p:cNvPr id="410" name="Google Shape;410;p40"/>
          <p:cNvSpPr/>
          <p:nvPr/>
        </p:nvSpPr>
        <p:spPr>
          <a:xfrm>
            <a:off x="2524443" y="1390625"/>
            <a:ext cx="1542600" cy="1939800"/>
          </a:xfrm>
          <a:prstGeom prst="rect">
            <a:avLst/>
          </a:prstGeom>
          <a:solidFill>
            <a:srgbClr val="FFFF00"/>
          </a:solidFill>
          <a:ln cap="flat" cmpd="sng" w="9825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26245" rotWithShape="0" algn="tl" dir="2700000" dist="19684">
              <a:srgbClr val="000000">
                <a:alpha val="40000"/>
              </a:srgbClr>
            </a:outerShdw>
          </a:effectLst>
        </p:spPr>
        <p:txBody>
          <a:bodyPr anchorCtr="0" anchor="ctr" bIns="23600" lIns="47250" spcFirstLastPara="1" rIns="47250" wrap="square" tIns="236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23"/>
          </a:p>
        </p:txBody>
      </p:sp>
      <p:sp>
        <p:nvSpPr>
          <p:cNvPr id="411" name="Google Shape;411;p40"/>
          <p:cNvSpPr/>
          <p:nvPr/>
        </p:nvSpPr>
        <p:spPr>
          <a:xfrm>
            <a:off x="407046" y="1390619"/>
            <a:ext cx="1542600" cy="1939800"/>
          </a:xfrm>
          <a:prstGeom prst="rect">
            <a:avLst/>
          </a:prstGeom>
          <a:solidFill>
            <a:srgbClr val="EA9999"/>
          </a:solidFill>
          <a:ln cap="flat" cmpd="sng" w="9825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26245" rotWithShape="0" algn="tl" dir="2700000" dist="19684">
              <a:srgbClr val="000000">
                <a:alpha val="40000"/>
              </a:srgbClr>
            </a:outerShdw>
          </a:effectLst>
        </p:spPr>
        <p:txBody>
          <a:bodyPr anchorCtr="0" anchor="ctr" bIns="23600" lIns="47250" spcFirstLastPara="1" rIns="47250" wrap="square" tIns="236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60"/>
          </a:p>
        </p:txBody>
      </p:sp>
      <p:sp>
        <p:nvSpPr>
          <p:cNvPr id="412" name="Google Shape;412;p40"/>
          <p:cNvSpPr/>
          <p:nvPr/>
        </p:nvSpPr>
        <p:spPr>
          <a:xfrm>
            <a:off x="230025" y="1072950"/>
            <a:ext cx="4097700" cy="2545800"/>
          </a:xfrm>
          <a:prstGeom prst="rect">
            <a:avLst/>
          </a:prstGeom>
          <a:noFill/>
          <a:ln cap="flat" cmpd="sng" w="76200">
            <a:solidFill>
              <a:srgbClr val="0000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26245" rotWithShape="0" algn="tl" dir="2700000" dist="19684">
              <a:srgbClr val="000000">
                <a:alpha val="40000"/>
              </a:srgbClr>
            </a:outerShdw>
          </a:effectLst>
        </p:spPr>
        <p:txBody>
          <a:bodyPr anchorCtr="0" anchor="ctr" bIns="23600" lIns="47250" spcFirstLastPara="1" rIns="47250" wrap="square" tIns="236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60"/>
          </a:p>
        </p:txBody>
      </p:sp>
      <p:sp>
        <p:nvSpPr>
          <p:cNvPr id="413" name="Google Shape;413;p40"/>
          <p:cNvSpPr/>
          <p:nvPr/>
        </p:nvSpPr>
        <p:spPr>
          <a:xfrm>
            <a:off x="7707825" y="769950"/>
            <a:ext cx="4097700" cy="4826400"/>
          </a:xfrm>
          <a:prstGeom prst="rect">
            <a:avLst/>
          </a:prstGeom>
          <a:noFill/>
          <a:ln cap="flat" cmpd="sng" w="76200">
            <a:solidFill>
              <a:srgbClr val="0000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26245" rotWithShape="0" algn="tl" dir="2700000" dist="19684">
              <a:srgbClr val="000000">
                <a:alpha val="40000"/>
              </a:srgbClr>
            </a:outerShdw>
          </a:effectLst>
        </p:spPr>
        <p:txBody>
          <a:bodyPr anchorCtr="0" anchor="ctr" bIns="23600" lIns="47250" spcFirstLastPara="1" rIns="47250" wrap="square" tIns="236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60"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תמונה שמכילה בניין, מכל זבל, רהיטים, בחוץ&#10;&#10;תוכן בינה מלאכותית גנרטיבית עשוי להיות שגוי." id="418" name="Google Shape;41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205033" cy="6856215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41"/>
          <p:cNvSpPr txBox="1"/>
          <p:nvPr/>
        </p:nvSpPr>
        <p:spPr>
          <a:xfrm>
            <a:off x="1155399" y="428178"/>
            <a:ext cx="9560700" cy="6187800"/>
          </a:xfrm>
          <a:prstGeom prst="rect">
            <a:avLst/>
          </a:prstGeom>
          <a:solidFill>
            <a:srgbClr val="000000">
              <a:alpha val="6118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4400">
                <a:solidFill>
                  <a:schemeClr val="lt1"/>
                </a:solidFill>
              </a:rPr>
              <a:t>הקןד האתי</a:t>
            </a:r>
            <a:br>
              <a:rPr lang="iw-IL" sz="4400">
                <a:solidFill>
                  <a:schemeClr val="lt1"/>
                </a:solidFill>
              </a:rPr>
            </a:br>
            <a:r>
              <a:rPr lang="iw-IL" sz="4400">
                <a:solidFill>
                  <a:schemeClr val="lt1"/>
                </a:solidFill>
              </a:rPr>
              <a:t>   שמירה על סודיות</a:t>
            </a:r>
            <a:endParaRPr sz="4400">
              <a:solidFill>
                <a:schemeClr val="lt1"/>
              </a:solidFill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4400">
                <a:solidFill>
                  <a:schemeClr val="lt1"/>
                </a:solidFill>
              </a:rPr>
              <a:t>    כבוד הדדי</a:t>
            </a:r>
            <a:endParaRPr sz="4400">
              <a:solidFill>
                <a:schemeClr val="lt1"/>
              </a:solidFill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4400">
                <a:solidFill>
                  <a:schemeClr val="lt1"/>
                </a:solidFill>
              </a:rPr>
              <a:t>    גבולות תפקיד</a:t>
            </a:r>
            <a:endParaRPr sz="4400">
              <a:solidFill>
                <a:schemeClr val="lt1"/>
              </a:solidFill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4400">
                <a:solidFill>
                  <a:schemeClr val="lt1"/>
                </a:solidFill>
              </a:rPr>
              <a:t>    אחריות מקצועית</a:t>
            </a:r>
            <a:endParaRPr sz="4400">
              <a:solidFill>
                <a:schemeClr val="lt1"/>
              </a:solidFill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4400">
                <a:solidFill>
                  <a:schemeClr val="lt1"/>
                </a:solidFill>
              </a:rPr>
              <a:t>    הימנעות מניגוד עניינים</a:t>
            </a:r>
            <a:endParaRPr sz="4400">
              <a:solidFill>
                <a:schemeClr val="lt1"/>
              </a:solidFill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4400">
                <a:solidFill>
                  <a:schemeClr val="lt1"/>
                </a:solidFill>
              </a:rPr>
              <a:t>    העצמת עצמאות המנטי</a:t>
            </a:r>
            <a:endParaRPr sz="4400">
              <a:solidFill>
                <a:schemeClr val="lt1"/>
              </a:solidFill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4400">
                <a:solidFill>
                  <a:schemeClr val="lt1"/>
                </a:solidFill>
              </a:rPr>
              <a:t>    שקיפות והסכמה</a:t>
            </a:r>
            <a:endParaRPr sz="4400">
              <a:solidFill>
                <a:schemeClr val="lt1"/>
              </a:solidFill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4400">
                <a:solidFill>
                  <a:schemeClr val="lt1"/>
                </a:solidFill>
              </a:rPr>
              <a:t>    רגישות וגמישות תרבותית</a:t>
            </a:r>
            <a:endParaRPr sz="4400">
              <a:solidFill>
                <a:schemeClr val="lt1"/>
              </a:solidFill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תמונה שמכילה בניין, מכל זבל, רהיטים, בחוץ&#10;&#10;תוכן בינה מלאכותית גנרטיבית עשוי להיות שגוי." id="424" name="Google Shape;424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205033" cy="6856215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42"/>
          <p:cNvSpPr txBox="1"/>
          <p:nvPr/>
        </p:nvSpPr>
        <p:spPr>
          <a:xfrm>
            <a:off x="1155399" y="428178"/>
            <a:ext cx="9560700" cy="6187800"/>
          </a:xfrm>
          <a:prstGeom prst="rect">
            <a:avLst/>
          </a:prstGeom>
          <a:solidFill>
            <a:srgbClr val="000000">
              <a:alpha val="6118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742950" lvl="0" marL="742950" marR="0" rt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AutoNum type="arabicPeriod"/>
            </a:pPr>
            <a:r>
              <a:rPr b="1" lang="iw-IL" sz="4400" u="sng">
                <a:solidFill>
                  <a:schemeClr val="lt1"/>
                </a:solidFill>
              </a:rPr>
              <a:t>זה תרגול אמיתי</a:t>
            </a:r>
            <a:r>
              <a:rPr lang="iw-IL" sz="4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(לא בכאילו, לא סימולציה, לא עוצרים, לא מנתחים)</a:t>
            </a:r>
            <a:endParaRPr/>
          </a:p>
          <a:p>
            <a:pPr indent="-742950" lvl="0" marL="742950" marR="0" rt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AutoNum type="arabicPeriod"/>
            </a:pPr>
            <a:r>
              <a:rPr lang="iw-IL" sz="4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מצאו מקום מתאים שלא יפריעו לכם</a:t>
            </a:r>
            <a:endParaRPr/>
          </a:p>
          <a:p>
            <a:pPr indent="-742950" lvl="0" marL="742950" marR="0" rt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AutoNum type="arabicPeriod"/>
            </a:pPr>
            <a:r>
              <a:rPr lang="iw-IL" sz="4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מנטור – את האחראית, נהלי את הפגישה בכל המובנים</a:t>
            </a:r>
            <a:endParaRPr/>
          </a:p>
          <a:p>
            <a:pPr indent="-742950" lvl="0" marL="742950" marR="0" rt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AutoNum type="arabicPeriod"/>
            </a:pPr>
            <a:r>
              <a:rPr lang="iw-IL" sz="4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מנטי – הי</a:t>
            </a:r>
            <a:r>
              <a:rPr lang="iw-IL" sz="4400">
                <a:solidFill>
                  <a:schemeClr val="lt1"/>
                </a:solidFill>
              </a:rPr>
              <a:t>י</a:t>
            </a:r>
            <a:r>
              <a:rPr lang="iw-IL" sz="4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אותנטית באופן מלא</a:t>
            </a:r>
            <a:endParaRPr/>
          </a:p>
          <a:p>
            <a:pPr indent="-742950" lvl="0" marL="742950" marR="0" rt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AutoNum type="arabicPeriod"/>
            </a:pPr>
            <a:r>
              <a:rPr lang="iw-IL" sz="4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עדה – אל תתערבי בשום צורה ובשום אופן לכל אורך הפגישה (תעדי הבנות שלך במחברת של המנטור)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תמונה שמכילה בניין, מכל זבל, רהיטים, בחוץ&#10;&#10;תוכן בינה מלאכותית גנרטיבית עשוי להיות שגוי." id="430" name="Google Shape;430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205033" cy="6856215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43"/>
          <p:cNvSpPr txBox="1"/>
          <p:nvPr/>
        </p:nvSpPr>
        <p:spPr>
          <a:xfrm>
            <a:off x="1155399" y="428178"/>
            <a:ext cx="9560700" cy="5633700"/>
          </a:xfrm>
          <a:prstGeom prst="rect">
            <a:avLst/>
          </a:prstGeom>
          <a:solidFill>
            <a:srgbClr val="000000">
              <a:alpha val="6118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4000">
                <a:solidFill>
                  <a:schemeClr val="lt1"/>
                </a:solidFill>
              </a:rPr>
              <a:t>10 דקות (כל אחד לעצמו)</a:t>
            </a:r>
            <a:endParaRPr sz="4000">
              <a:solidFill>
                <a:schemeClr val="lt1"/>
              </a:solidFill>
            </a:endParaRPr>
          </a:p>
          <a:p>
            <a:pPr indent="45720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4000">
                <a:solidFill>
                  <a:schemeClr val="lt1"/>
                </a:solidFill>
              </a:rPr>
              <a:t>מנטור - להתרענן בנושא</a:t>
            </a:r>
            <a:endParaRPr sz="4000">
              <a:solidFill>
                <a:schemeClr val="lt1"/>
              </a:solidFill>
            </a:endParaRPr>
          </a:p>
          <a:p>
            <a:pPr indent="45720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4000">
                <a:solidFill>
                  <a:schemeClr val="lt1"/>
                </a:solidFill>
              </a:rPr>
              <a:t>מנטי - צה הכוונה שלי?</a:t>
            </a:r>
            <a:endParaRPr sz="4000">
              <a:solidFill>
                <a:schemeClr val="lt1"/>
              </a:solidFill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4000">
                <a:solidFill>
                  <a:schemeClr val="lt1"/>
                </a:solidFill>
              </a:rPr>
              <a:t>4</a:t>
            </a:r>
            <a:r>
              <a:rPr lang="iw-IL" sz="4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 דקות</a:t>
            </a:r>
            <a:endParaRPr sz="600"/>
          </a:p>
          <a:p>
            <a:pPr indent="-692150" lvl="0" marL="742950" marR="0" rt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AutoNum type="arabicPeriod"/>
            </a:pPr>
            <a:r>
              <a:rPr lang="iw-IL" sz="4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מפגש מנטורינג חד פעמי</a:t>
            </a:r>
            <a:endParaRPr sz="600"/>
          </a:p>
          <a:p>
            <a:pPr indent="-692150" lvl="0" marL="742950" marR="0" rt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AutoNum type="arabicPeriod"/>
            </a:pPr>
            <a:r>
              <a:rPr lang="iw-IL" sz="4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מפגש מלא ב</a:t>
            </a:r>
            <a:r>
              <a:rPr lang="iw-IL" sz="4000">
                <a:solidFill>
                  <a:schemeClr val="lt1"/>
                </a:solidFill>
              </a:rPr>
              <a:t>כ</a:t>
            </a:r>
            <a:r>
              <a:rPr lang="iw-IL" sz="4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ל המובנים</a:t>
            </a:r>
            <a:endParaRPr sz="600"/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4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15 דקות</a:t>
            </a:r>
            <a:endParaRPr sz="600"/>
          </a:p>
          <a:p>
            <a:pPr indent="-692150" lvl="0" marL="742950" marR="0" rt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AutoNum type="arabicPeriod"/>
            </a:pPr>
            <a:r>
              <a:rPr lang="iw-IL" sz="4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שיח עיבוד (לא פגישת מנטורינג)</a:t>
            </a:r>
            <a:endParaRPr sz="600"/>
          </a:p>
          <a:p>
            <a:pPr indent="-692150" lvl="0" marL="742950" marR="0" rt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AutoNum type="arabicPeriod"/>
            </a:pPr>
            <a:r>
              <a:rPr lang="iw-IL" sz="4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העדה מספר למנטור מה היא ראתה</a:t>
            </a:r>
            <a:endParaRPr sz="600"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44"/>
          <p:cNvSpPr txBox="1"/>
          <p:nvPr>
            <p:ph idx="12" type="sldNum"/>
          </p:nvPr>
        </p:nvSpPr>
        <p:spPr>
          <a:xfrm>
            <a:off x="10167146" y="6400801"/>
            <a:ext cx="11076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pic>
        <p:nvPicPr>
          <p:cNvPr id="437" name="Google Shape;437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68099" y="6257875"/>
            <a:ext cx="403675" cy="606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תמונה שמכילה טקסט, גופן, עיגול, צילום מסך&#10;&#10;תוכן בינה מלאכותית גנרטיבית עשוי להיות שגוי." id="438" name="Google Shape;438;p44"/>
          <p:cNvPicPr preferRelativeResize="0"/>
          <p:nvPr/>
        </p:nvPicPr>
        <p:blipFill rotWithShape="1">
          <a:blip r:embed="rId5">
            <a:alphaModFix/>
          </a:blip>
          <a:srcRect b="0" l="0" r="0" t="18943"/>
          <a:stretch/>
        </p:blipFill>
        <p:spPr>
          <a:xfrm>
            <a:off x="557575" y="6289100"/>
            <a:ext cx="846575" cy="544075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44"/>
          <p:cNvSpPr txBox="1"/>
          <p:nvPr/>
        </p:nvSpPr>
        <p:spPr>
          <a:xfrm>
            <a:off x="2250425" y="403125"/>
            <a:ext cx="7469700" cy="57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3600"/>
              <a:t>👈</a:t>
            </a:r>
            <a:r>
              <a:rPr b="1" lang="iw-IL" sz="3600"/>
              <a:t>אנא הירשמו לפתרון הלמידה</a:t>
            </a:r>
            <a:endParaRPr b="1" sz="3600"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3600"/>
              <a:t>מנהלים יקרים,</a:t>
            </a:r>
            <a:endParaRPr sz="3600"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3600"/>
              <a:t>לשמחתינו נפתח פתרון למידה עבור התכנית שלנו 🎊 </a:t>
            </a:r>
            <a:r>
              <a:rPr b="1" lang="iw-IL" sz="3600"/>
              <a:t>נא להירשם בהקדם</a:t>
            </a:r>
            <a:endParaRPr b="1" sz="3600"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3600"/>
              <a:t>מספר פתרון למידה: 211994 </a:t>
            </a:r>
            <a:endParaRPr sz="3600"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3600"/>
              <a:t>שם פתרון למידה: מנטורים למנהלים-אבני ראשה</a:t>
            </a:r>
            <a:endParaRPr sz="3600"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w-IL" sz="3600"/>
              <a:t>תאריך אחרון לרישום 23/02</a:t>
            </a:r>
            <a:endParaRPr sz="3600"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3600"/>
              <a:t>תודה</a:t>
            </a:r>
            <a:endParaRPr sz="3600"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45"/>
          <p:cNvSpPr txBox="1"/>
          <p:nvPr>
            <p:ph idx="12" type="sldNum"/>
          </p:nvPr>
        </p:nvSpPr>
        <p:spPr>
          <a:xfrm>
            <a:off x="10167146" y="6400801"/>
            <a:ext cx="11076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sp>
        <p:nvSpPr>
          <p:cNvPr id="445" name="Google Shape;445;p45"/>
          <p:cNvSpPr txBox="1"/>
          <p:nvPr/>
        </p:nvSpPr>
        <p:spPr>
          <a:xfrm>
            <a:off x="3159554" y="96585"/>
            <a:ext cx="619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2400" u="sng">
                <a:solidFill>
                  <a:schemeClr val="hlink"/>
                </a:solidFill>
                <a:hlinkClick r:id="rId4"/>
              </a:rPr>
              <a:t>משוב מפגש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46" name="Google Shape;446;p45"/>
          <p:cNvSpPr txBox="1"/>
          <p:nvPr/>
        </p:nvSpPr>
        <p:spPr>
          <a:xfrm>
            <a:off x="1404147" y="3872418"/>
            <a:ext cx="8763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t/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7" name="Google Shape;447;p4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168099" y="6257875"/>
            <a:ext cx="403675" cy="606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תמונה שמכילה טקסט, גופן, עיגול, צילום מסך&#10;&#10;תוכן בינה מלאכותית גנרטיבית עשוי להיות שגוי." id="448" name="Google Shape;448;p45"/>
          <p:cNvPicPr preferRelativeResize="0"/>
          <p:nvPr/>
        </p:nvPicPr>
        <p:blipFill rotWithShape="1">
          <a:blip r:embed="rId6">
            <a:alphaModFix/>
          </a:blip>
          <a:srcRect b="0" l="0" r="0" t="18943"/>
          <a:stretch/>
        </p:blipFill>
        <p:spPr>
          <a:xfrm>
            <a:off x="557575" y="6289100"/>
            <a:ext cx="846575" cy="54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9" name="Google Shape;449;p45">
            <a:hlinkClick r:id="rId7"/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465450" y="1060846"/>
            <a:ext cx="5615775" cy="56760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46"/>
          <p:cNvSpPr txBox="1"/>
          <p:nvPr>
            <p:ph type="title"/>
          </p:nvPr>
        </p:nvSpPr>
        <p:spPr>
          <a:xfrm>
            <a:off x="2806682" y="1400600"/>
            <a:ext cx="6915000" cy="223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875" spcFirstLastPara="1" rIns="121875" wrap="square" tIns="60925">
            <a:normAutofit/>
          </a:bodyPr>
          <a:lstStyle/>
          <a:p>
            <a:pPr indent="0" lvl="0" marL="0" rtl="1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Font typeface="Arial"/>
              <a:buNone/>
            </a:pPr>
            <a:r>
              <a:rPr lang="iw-IL" sz="6700"/>
              <a:t>מפגש 9 ימי חמישי</a:t>
            </a:r>
            <a:br>
              <a:rPr lang="iw-IL" sz="6700"/>
            </a:br>
            <a:r>
              <a:rPr lang="iw-IL" sz="3100"/>
              <a:t>בזאר תרגולים והחזרת האומץ</a:t>
            </a:r>
            <a:endParaRPr sz="6700"/>
          </a:p>
        </p:txBody>
      </p:sp>
      <p:pic>
        <p:nvPicPr>
          <p:cNvPr descr="תמונה שמכילה טקסט, גופן, עיגול, צילום מסך&#10;&#10;תוכן בינה מלאכותית גנרטיבית עשוי להיות שגוי." id="455" name="Google Shape;455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98579" y="154422"/>
            <a:ext cx="1391675" cy="1103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" name="Google Shape;456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0150" y="3092275"/>
            <a:ext cx="11308049" cy="421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ערכת נושא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">
  <a:themeElements>
    <a:clrScheme name="Custom 173">
      <a:dk1>
        <a:srgbClr val="374C81"/>
      </a:dk1>
      <a:lt1>
        <a:srgbClr val="FFFFFF"/>
      </a:lt1>
      <a:dk2>
        <a:srgbClr val="000000"/>
      </a:dk2>
      <a:lt2>
        <a:srgbClr val="EDE5DF"/>
      </a:lt2>
      <a:accent1>
        <a:srgbClr val="000000"/>
      </a:accent1>
      <a:accent2>
        <a:srgbClr val="70AAC4"/>
      </a:accent2>
      <a:accent3>
        <a:srgbClr val="8B6A94"/>
      </a:accent3>
      <a:accent4>
        <a:srgbClr val="61A796"/>
      </a:accent4>
      <a:accent5>
        <a:srgbClr val="4E5798"/>
      </a:accent5>
      <a:accent6>
        <a:srgbClr val="7E5C5C"/>
      </a:accent6>
      <a:hlink>
        <a:srgbClr val="0070C0"/>
      </a:hlink>
      <a:folHlink>
        <a:srgbClr val="7030A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Books16x9">
      <a:dk1>
        <a:srgbClr val="374C81"/>
      </a:dk1>
      <a:lt1>
        <a:srgbClr val="FFFFFF"/>
      </a:lt1>
      <a:dk2>
        <a:srgbClr val="000000"/>
      </a:dk2>
      <a:lt2>
        <a:srgbClr val="EDE5DF"/>
      </a:lt2>
      <a:accent1>
        <a:srgbClr val="414E77"/>
      </a:accent1>
      <a:accent2>
        <a:srgbClr val="70AAC4"/>
      </a:accent2>
      <a:accent3>
        <a:srgbClr val="8B6A94"/>
      </a:accent3>
      <a:accent4>
        <a:srgbClr val="61A796"/>
      </a:accent4>
      <a:accent5>
        <a:srgbClr val="4E5798"/>
      </a:accent5>
      <a:accent6>
        <a:srgbClr val="7E5C5C"/>
      </a:accent6>
      <a:hlink>
        <a:srgbClr val="0070C0"/>
      </a:hlink>
      <a:folHlink>
        <a:srgbClr val="7030A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