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88825"/>
  <p:notesSz cx="6858000" cy="9144000"/>
  <p:embeddedFontLst>
    <p:embeddedFont>
      <p:font typeface="Century Gothic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3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F64280-C4E5-4EE2-8272-19E505BC84ED}">
  <a:tblStyle styleId="{9BF64280-C4E5-4EE2-8272-19E505BC84ED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9EF"/>
          </a:solidFill>
        </a:fill>
      </a:tcStyle>
    </a:wholeTbl>
    <a:band1H>
      <a:tcTxStyle/>
      <a:tcStyle>
        <a:fill>
          <a:solidFill>
            <a:srgbClr val="CFD0DD"/>
          </a:solidFill>
        </a:fill>
      </a:tcStyle>
    </a:band1H>
    <a:band2H>
      <a:tcTxStyle/>
    </a:band2H>
    <a:band1V>
      <a:tcTxStyle/>
      <a:tcStyle>
        <a:fill>
          <a:solidFill>
            <a:srgbClr val="CFD0DD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8E9EF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  <a:tblStyle styleId="{2C167DF8-8555-432E-979B-AE947D105633}" styleName="Table_1">
    <a:wholeTbl>
      <a:tcTxStyle b="off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left>
            <a:ln cap="flat" cmpd="sng" w="9525">
              <a:solidFill>
                <a:srgbClr val="C7DAE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C7DAE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C7DAE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C7DAE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lt1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lt1">
              <a:alpha val="20000"/>
            </a:schemeClr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</a:tcBdr>
      </a:tcStyle>
    </a:lastCol>
    <a:firstCol>
      <a:tcTxStyle b="on" i="off"/>
      <a:tcStyle>
        <a:tcBdr>
          <a:right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firstCol>
    <a:lastRow>
      <a:tcTxStyle b="on" i="off"/>
      <a:tcStyle>
        <a:tcBdr>
          <a:top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seCell>
    <a:swCell>
      <a:tcTxStyle/>
      <a:tcStyle>
        <a:tcBdr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swCell>
    <a:firstRow>
      <a:tcTxStyle b="on" i="off"/>
      <a:tcStyle>
        <a:tcBdr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39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CenturyGothic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CenturyGothic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CenturyGothic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w-IL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8fa86b65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b8fa86b658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b8fa86b65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b8fa86b658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rry pink and blue background&#10;&#10;Description automatically generated"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l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" name="Google Shape;18;p2"/>
          <p:cNvSpPr/>
          <p:nvPr/>
        </p:nvSpPr>
        <p:spPr>
          <a:xfrm rot="5400000">
            <a:off x="1393710" y="1892190"/>
            <a:ext cx="228600" cy="3073621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" name="Google Shape;19;p2"/>
          <p:cNvSpPr txBox="1"/>
          <p:nvPr>
            <p:ph type="title"/>
          </p:nvPr>
        </p:nvSpPr>
        <p:spPr>
          <a:xfrm>
            <a:off x="3313113" y="1345911"/>
            <a:ext cx="5562599" cy="416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Arial"/>
              <a:buNone/>
              <a:defRPr b="0" sz="7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/>
          <p:nvPr/>
        </p:nvSpPr>
        <p:spPr>
          <a:xfrm>
            <a:off x="-77788" y="1320655"/>
            <a:ext cx="3124198" cy="4216690"/>
          </a:xfrm>
          <a:custGeom>
            <a:rect b="b" l="l" r="r" t="t"/>
            <a:pathLst>
              <a:path extrusionOk="0" h="4216690" w="3124198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" name="Google Shape;21;p2"/>
          <p:cNvSpPr/>
          <p:nvPr/>
        </p:nvSpPr>
        <p:spPr>
          <a:xfrm rot="10800000">
            <a:off x="9142411" y="1320656"/>
            <a:ext cx="3124198" cy="4216690"/>
          </a:xfrm>
          <a:custGeom>
            <a:rect b="b" l="l" r="r" t="t"/>
            <a:pathLst>
              <a:path extrusionOk="0" h="4216690" w="3124198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2" name="Google Shape;22;p2"/>
          <p:cNvCxnSpPr/>
          <p:nvPr/>
        </p:nvCxnSpPr>
        <p:spPr>
          <a:xfrm>
            <a:off x="0" y="1320655"/>
            <a:ext cx="12188824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" name="Google Shape;23;p2"/>
          <p:cNvCxnSpPr/>
          <p:nvPr/>
        </p:nvCxnSpPr>
        <p:spPr>
          <a:xfrm>
            <a:off x="0" y="5537345"/>
            <a:ext cx="12188824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" name="Google Shape;24;p2"/>
          <p:cNvCxnSpPr/>
          <p:nvPr/>
        </p:nvCxnSpPr>
        <p:spPr>
          <a:xfrm>
            <a:off x="684212" y="0"/>
            <a:ext cx="0" cy="6934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" name="Google Shape;25;p2"/>
          <p:cNvCxnSpPr/>
          <p:nvPr/>
        </p:nvCxnSpPr>
        <p:spPr>
          <a:xfrm>
            <a:off x="11504613" y="-38100"/>
            <a:ext cx="0" cy="6934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" name="Google Shape;26;p2"/>
          <p:cNvSpPr/>
          <p:nvPr/>
        </p:nvSpPr>
        <p:spPr>
          <a:xfrm rot="-5400000">
            <a:off x="2588417" y="456405"/>
            <a:ext cx="7010400" cy="6097590"/>
          </a:xfrm>
          <a:custGeom>
            <a:rect b="b" l="l" r="r" t="t"/>
            <a:pathLst>
              <a:path extrusionOk="0" h="6097590" w="6610424">
                <a:moveTo>
                  <a:pt x="6610424" y="3048796"/>
                </a:moveTo>
                <a:cubicBezTo>
                  <a:pt x="6610424" y="4679979"/>
                  <a:pt x="5405713" y="6011968"/>
                  <a:pt x="3890772" y="6093623"/>
                </a:cubicBezTo>
                <a:lnTo>
                  <a:pt x="3744554" y="6097555"/>
                </a:lnTo>
                <a:lnTo>
                  <a:pt x="3744554" y="6097590"/>
                </a:lnTo>
                <a:lnTo>
                  <a:pt x="3743227" y="6097590"/>
                </a:lnTo>
                <a:lnTo>
                  <a:pt x="0" y="6097589"/>
                </a:lnTo>
                <a:lnTo>
                  <a:pt x="0" y="0"/>
                </a:lnTo>
                <a:lnTo>
                  <a:pt x="3743228" y="1"/>
                </a:lnTo>
                <a:lnTo>
                  <a:pt x="3744555" y="1"/>
                </a:lnTo>
                <a:lnTo>
                  <a:pt x="3744555" y="36"/>
                </a:lnTo>
                <a:lnTo>
                  <a:pt x="3890773" y="3968"/>
                </a:lnTo>
                <a:cubicBezTo>
                  <a:pt x="5405714" y="85624"/>
                  <a:pt x="6610425" y="1417612"/>
                  <a:pt x="6610424" y="3048796"/>
                </a:cubicBez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" name="Google Shape;27;p2"/>
          <p:cNvSpPr/>
          <p:nvPr/>
        </p:nvSpPr>
        <p:spPr>
          <a:xfrm rot="5400000">
            <a:off x="10564921" y="1892190"/>
            <a:ext cx="228600" cy="3073621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" name="Google Shape;28;p2"/>
          <p:cNvSpPr txBox="1"/>
          <p:nvPr>
            <p:ph idx="1" type="body"/>
          </p:nvPr>
        </p:nvSpPr>
        <p:spPr>
          <a:xfrm>
            <a:off x="3313112" y="5562601"/>
            <a:ext cx="5562599" cy="1295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 + Picture">
  <p:cSld name="Title + Subtitle + Picture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person's face&#10;&#10;Description automatically generated" id="30" name="Google Shape;3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/>
          <p:nvPr/>
        </p:nvSpPr>
        <p:spPr>
          <a:xfrm>
            <a:off x="-1588" y="0"/>
            <a:ext cx="12217620" cy="6896100"/>
          </a:xfrm>
          <a:prstGeom prst="rect">
            <a:avLst/>
          </a:prstGeom>
          <a:solidFill>
            <a:schemeClr val="l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" name="Google Shape;32;p3"/>
          <p:cNvSpPr txBox="1"/>
          <p:nvPr>
            <p:ph type="title"/>
          </p:nvPr>
        </p:nvSpPr>
        <p:spPr>
          <a:xfrm>
            <a:off x="4722812" y="914400"/>
            <a:ext cx="51816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0" spcFirstLastPara="1" rIns="121875" wrap="square" tIns="60925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Arial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/>
          <p:nvPr>
            <p:ph idx="2" type="pic"/>
          </p:nvPr>
        </p:nvSpPr>
        <p:spPr>
          <a:xfrm>
            <a:off x="231775" y="17527"/>
            <a:ext cx="3944303" cy="6822059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3"/>
          <p:cNvSpPr txBox="1"/>
          <p:nvPr>
            <p:ph idx="1" type="body"/>
          </p:nvPr>
        </p:nvSpPr>
        <p:spPr>
          <a:xfrm>
            <a:off x="4722808" y="3657600"/>
            <a:ext cx="518159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121875" wrap="square" tIns="60925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1598611" y="6400801"/>
            <a:ext cx="2261183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4226789" y="6400801"/>
            <a:ext cx="5897354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"/>
          <p:cNvSpPr txBox="1"/>
          <p:nvPr>
            <p:ph idx="12" type="sldNum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-1588" y="457200"/>
            <a:ext cx="11648687" cy="5943600"/>
          </a:xfrm>
          <a:custGeom>
            <a:rect b="b" l="l" r="r" t="t"/>
            <a:pathLst>
              <a:path extrusionOk="0" h="6858000" w="12188825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0" y="0"/>
            <a:ext cx="12188825" cy="6858000"/>
          </a:xfrm>
          <a:custGeom>
            <a:rect b="b" l="l" r="r" t="t"/>
            <a:pathLst>
              <a:path extrusionOk="0" h="6858000" w="12188825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3492" y="0"/>
            <a:ext cx="228600" cy="68580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10534141" y="5212080"/>
            <a:ext cx="1645920" cy="164592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0542905" y="0"/>
            <a:ext cx="1645920" cy="164592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3" name="Google Shape;43;p3"/>
          <p:cNvCxnSpPr/>
          <p:nvPr/>
        </p:nvCxnSpPr>
        <p:spPr>
          <a:xfrm>
            <a:off x="4189412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Picture" showMasterSp="0">
  <p:cSld name="Title + Picture"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rry pink and blue background&#10;&#10;Description automatically generated" id="45" name="Google Shape;4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-64" y="0"/>
            <a:ext cx="12188952" cy="6858000"/>
          </a:xfrm>
          <a:prstGeom prst="rect">
            <a:avLst/>
          </a:prstGeom>
          <a:solidFill>
            <a:schemeClr val="lt1">
              <a:alpha val="29803"/>
            </a:schemeClr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" name="Google Shape;47;p4"/>
          <p:cNvSpPr txBox="1"/>
          <p:nvPr>
            <p:ph type="title"/>
          </p:nvPr>
        </p:nvSpPr>
        <p:spPr>
          <a:xfrm>
            <a:off x="3313113" y="1612902"/>
            <a:ext cx="5562599" cy="3632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Arial"/>
              <a:buNone/>
              <a:defRPr b="0" sz="66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"/>
          <p:cNvSpPr/>
          <p:nvPr/>
        </p:nvSpPr>
        <p:spPr>
          <a:xfrm>
            <a:off x="3046412" y="381000"/>
            <a:ext cx="6096000" cy="60960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-77788" y="1320655"/>
            <a:ext cx="3124198" cy="4216690"/>
          </a:xfrm>
          <a:custGeom>
            <a:rect b="b" l="l" r="r" t="t"/>
            <a:pathLst>
              <a:path extrusionOk="0" h="4216690" w="3124198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" name="Google Shape;50;p4"/>
          <p:cNvSpPr/>
          <p:nvPr/>
        </p:nvSpPr>
        <p:spPr>
          <a:xfrm rot="10800000">
            <a:off x="9142411" y="1320656"/>
            <a:ext cx="3124198" cy="4216690"/>
          </a:xfrm>
          <a:custGeom>
            <a:rect b="b" l="l" r="r" t="t"/>
            <a:pathLst>
              <a:path extrusionOk="0" h="4216690" w="3124198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1" name="Google Shape;51;p4"/>
          <p:cNvCxnSpPr/>
          <p:nvPr/>
        </p:nvCxnSpPr>
        <p:spPr>
          <a:xfrm>
            <a:off x="0" y="1320655"/>
            <a:ext cx="12188824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" name="Google Shape;52;p4"/>
          <p:cNvCxnSpPr/>
          <p:nvPr/>
        </p:nvCxnSpPr>
        <p:spPr>
          <a:xfrm>
            <a:off x="0" y="5537345"/>
            <a:ext cx="12188824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" name="Google Shape;53;p4"/>
          <p:cNvSpPr/>
          <p:nvPr>
            <p:ph idx="2" type="pic"/>
          </p:nvPr>
        </p:nvSpPr>
        <p:spPr>
          <a:xfrm>
            <a:off x="-77790" y="1320650"/>
            <a:ext cx="3124198" cy="421669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4"/>
          <p:cNvSpPr/>
          <p:nvPr>
            <p:ph idx="3" type="pic"/>
          </p:nvPr>
        </p:nvSpPr>
        <p:spPr>
          <a:xfrm>
            <a:off x="9142411" y="1339705"/>
            <a:ext cx="3124198" cy="421669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4"/>
          <p:cNvSpPr/>
          <p:nvPr/>
        </p:nvSpPr>
        <p:spPr>
          <a:xfrm rot="10800000">
            <a:off x="11390311" y="-1"/>
            <a:ext cx="228600" cy="6857994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" name="Google Shape;56;p4"/>
          <p:cNvSpPr/>
          <p:nvPr/>
        </p:nvSpPr>
        <p:spPr>
          <a:xfrm rot="10800000">
            <a:off x="573406" y="-2"/>
            <a:ext cx="228600" cy="6857994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3">
  <p:cSld name="Two Content 3"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person's face&#10;&#10;Description automatically generated" id="58" name="Google Shape;5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-8042" y="0"/>
            <a:ext cx="12204908" cy="6896100"/>
          </a:xfrm>
          <a:prstGeom prst="rect">
            <a:avLst/>
          </a:prstGeom>
          <a:solidFill>
            <a:schemeClr val="l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0647996" y="0"/>
            <a:ext cx="1524001" cy="1524001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61" name="Google Shape;61;p5"/>
          <p:cNvCxnSpPr/>
          <p:nvPr/>
        </p:nvCxnSpPr>
        <p:spPr>
          <a:xfrm>
            <a:off x="760412" y="-2"/>
            <a:ext cx="0" cy="6858002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" name="Google Shape;62;p5"/>
          <p:cNvSpPr/>
          <p:nvPr/>
        </p:nvSpPr>
        <p:spPr>
          <a:xfrm>
            <a:off x="12989" y="0"/>
            <a:ext cx="1524001" cy="1524001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-16083" y="-2"/>
            <a:ext cx="12220991" cy="7010403"/>
          </a:xfrm>
          <a:custGeom>
            <a:rect b="b" l="l" r="r" t="t"/>
            <a:pathLst>
              <a:path extrusionOk="0" h="7010403" w="12220991">
                <a:moveTo>
                  <a:pt x="6110498" y="0"/>
                </a:moveTo>
                <a:cubicBezTo>
                  <a:pt x="9180318" y="0"/>
                  <a:pt x="11722257" y="1309322"/>
                  <a:pt x="12163073" y="3016566"/>
                </a:cubicBezTo>
                <a:lnTo>
                  <a:pt x="12220991" y="3352802"/>
                </a:lnTo>
                <a:lnTo>
                  <a:pt x="12204908" y="3352802"/>
                </a:lnTo>
                <a:lnTo>
                  <a:pt x="12204908" y="7010403"/>
                </a:lnTo>
                <a:lnTo>
                  <a:pt x="0" y="7010403"/>
                </a:lnTo>
                <a:lnTo>
                  <a:pt x="0" y="3276603"/>
                </a:lnTo>
                <a:lnTo>
                  <a:pt x="13127" y="3276603"/>
                </a:lnTo>
                <a:lnTo>
                  <a:pt x="57919" y="3016567"/>
                </a:lnTo>
                <a:cubicBezTo>
                  <a:pt x="498732" y="1309322"/>
                  <a:pt x="3040674" y="0"/>
                  <a:pt x="6110498" y="0"/>
                </a:cubicBez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64" name="Google Shape;64;p5"/>
          <p:cNvCxnSpPr/>
          <p:nvPr/>
        </p:nvCxnSpPr>
        <p:spPr>
          <a:xfrm>
            <a:off x="11428413" y="-2"/>
            <a:ext cx="0" cy="6858002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" name="Google Shape;65;p5"/>
          <p:cNvSpPr/>
          <p:nvPr/>
        </p:nvSpPr>
        <p:spPr>
          <a:xfrm>
            <a:off x="660689" y="0"/>
            <a:ext cx="228600" cy="68580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1314113" y="-2"/>
            <a:ext cx="228600" cy="68580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" name="Google Shape;67;p5"/>
          <p:cNvSpPr txBox="1"/>
          <p:nvPr>
            <p:ph type="title"/>
          </p:nvPr>
        </p:nvSpPr>
        <p:spPr>
          <a:xfrm>
            <a:off x="1830856" y="533400"/>
            <a:ext cx="8527111" cy="2209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875" wrap="square" tIns="609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1" type="body"/>
          </p:nvPr>
        </p:nvSpPr>
        <p:spPr>
          <a:xfrm>
            <a:off x="1827211" y="2933697"/>
            <a:ext cx="4114801" cy="3390903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121875" wrap="square" tIns="60925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/>
            </a:lvl1pPr>
            <a:lvl2pPr indent="-330200" lvl="1" marL="9144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/>
            </a:lvl2pPr>
            <a:lvl3pPr indent="-317500" lvl="2" marL="13716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/>
            </a:lvl3pPr>
            <a:lvl4pPr indent="-317500" lvl="3" marL="18288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/>
            </a:lvl4pPr>
            <a:lvl5pPr indent="-317500" lvl="4" marL="22860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/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2" type="body"/>
          </p:nvPr>
        </p:nvSpPr>
        <p:spPr>
          <a:xfrm>
            <a:off x="6236990" y="2933696"/>
            <a:ext cx="4114801" cy="3390904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7500" lvl="3" marL="18288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17500" lvl="4" marL="22860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9pPr>
          </a:lstStyle>
          <a:p/>
        </p:txBody>
      </p:sp>
      <p:sp>
        <p:nvSpPr>
          <p:cNvPr id="70" name="Google Shape;70;p5"/>
          <p:cNvSpPr txBox="1"/>
          <p:nvPr>
            <p:ph idx="10" type="dt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"/>
          <p:cNvSpPr txBox="1"/>
          <p:nvPr>
            <p:ph idx="11" type="ftr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"/>
          <p:cNvSpPr txBox="1"/>
          <p:nvPr>
            <p:ph idx="12" type="sldNum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" showMasterSp="0">
  <p:cSld name="Content 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pink sky&#10;&#10;Description automatically generated" id="74" name="Google Shape;7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6"/>
          <p:cNvSpPr/>
          <p:nvPr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l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6" name="Google Shape;76;p6"/>
          <p:cNvSpPr/>
          <p:nvPr/>
        </p:nvSpPr>
        <p:spPr>
          <a:xfrm rot="10800000">
            <a:off x="379412" y="0"/>
            <a:ext cx="228600" cy="68580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7" name="Google Shape;77;p6"/>
          <p:cNvSpPr/>
          <p:nvPr/>
        </p:nvSpPr>
        <p:spPr>
          <a:xfrm rot="10800000">
            <a:off x="11580811" y="0"/>
            <a:ext cx="228600" cy="68580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-77788" y="1413688"/>
            <a:ext cx="1371598" cy="4030625"/>
          </a:xfrm>
          <a:custGeom>
            <a:rect b="b" l="l" r="r" t="t"/>
            <a:pathLst>
              <a:path extrusionOk="0" h="4030625" w="1371598">
                <a:moveTo>
                  <a:pt x="0" y="0"/>
                </a:moveTo>
                <a:lnTo>
                  <a:pt x="85935" y="28331"/>
                </a:lnTo>
                <a:cubicBezTo>
                  <a:pt x="835174" y="318870"/>
                  <a:pt x="1371598" y="1098797"/>
                  <a:pt x="1371598" y="2015312"/>
                </a:cubicBezTo>
                <a:cubicBezTo>
                  <a:pt x="1371598" y="2931828"/>
                  <a:pt x="835174" y="3711754"/>
                  <a:pt x="85935" y="4002293"/>
                </a:cubicBezTo>
                <a:lnTo>
                  <a:pt x="0" y="4030625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6"/>
          <p:cNvSpPr/>
          <p:nvPr/>
        </p:nvSpPr>
        <p:spPr>
          <a:xfrm rot="10800000">
            <a:off x="10895015" y="1413688"/>
            <a:ext cx="1371598" cy="4030625"/>
          </a:xfrm>
          <a:custGeom>
            <a:rect b="b" l="l" r="r" t="t"/>
            <a:pathLst>
              <a:path extrusionOk="0" h="4030625" w="1371598">
                <a:moveTo>
                  <a:pt x="0" y="0"/>
                </a:moveTo>
                <a:lnTo>
                  <a:pt x="85935" y="28331"/>
                </a:lnTo>
                <a:cubicBezTo>
                  <a:pt x="835174" y="318870"/>
                  <a:pt x="1371598" y="1098797"/>
                  <a:pt x="1371598" y="2015312"/>
                </a:cubicBezTo>
                <a:cubicBezTo>
                  <a:pt x="1371598" y="2931828"/>
                  <a:pt x="835174" y="3711754"/>
                  <a:pt x="85935" y="4002293"/>
                </a:cubicBezTo>
                <a:lnTo>
                  <a:pt x="0" y="4030625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80" name="Google Shape;80;p6"/>
          <p:cNvCxnSpPr/>
          <p:nvPr/>
        </p:nvCxnSpPr>
        <p:spPr>
          <a:xfrm rot="10800000">
            <a:off x="0" y="3429000"/>
            <a:ext cx="129381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" name="Google Shape;81;p6"/>
          <p:cNvCxnSpPr/>
          <p:nvPr/>
        </p:nvCxnSpPr>
        <p:spPr>
          <a:xfrm rot="10800000">
            <a:off x="10895015" y="3429000"/>
            <a:ext cx="129381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2" name="Google Shape;82;p6"/>
          <p:cNvSpPr/>
          <p:nvPr/>
        </p:nvSpPr>
        <p:spPr>
          <a:xfrm>
            <a:off x="1307414" y="-76200"/>
            <a:ext cx="9573996" cy="6992620"/>
          </a:xfrm>
          <a:custGeom>
            <a:rect b="b" l="l" r="r" t="t"/>
            <a:pathLst>
              <a:path extrusionOk="0" h="6992620" w="9573996">
                <a:moveTo>
                  <a:pt x="1528240" y="0"/>
                </a:moveTo>
                <a:lnTo>
                  <a:pt x="8045757" y="0"/>
                </a:lnTo>
                <a:lnTo>
                  <a:pt x="8171917" y="120282"/>
                </a:lnTo>
                <a:cubicBezTo>
                  <a:pt x="9038193" y="986559"/>
                  <a:pt x="9573996" y="2183308"/>
                  <a:pt x="9573996" y="3505201"/>
                </a:cubicBezTo>
                <a:cubicBezTo>
                  <a:pt x="9573996" y="4827094"/>
                  <a:pt x="9038193" y="6023844"/>
                  <a:pt x="8171917" y="6890120"/>
                </a:cubicBezTo>
                <a:lnTo>
                  <a:pt x="8064408" y="6992620"/>
                </a:lnTo>
                <a:lnTo>
                  <a:pt x="1509589" y="6992620"/>
                </a:lnTo>
                <a:lnTo>
                  <a:pt x="1402080" y="6890120"/>
                </a:lnTo>
                <a:cubicBezTo>
                  <a:pt x="535803" y="6023844"/>
                  <a:pt x="0" y="4827094"/>
                  <a:pt x="0" y="3505201"/>
                </a:cubicBezTo>
                <a:cubicBezTo>
                  <a:pt x="0" y="2183308"/>
                  <a:pt x="535803" y="986559"/>
                  <a:pt x="1402080" y="120282"/>
                </a:cubicBez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" name="Google Shape;83;p6"/>
          <p:cNvSpPr txBox="1"/>
          <p:nvPr>
            <p:ph type="title"/>
          </p:nvPr>
        </p:nvSpPr>
        <p:spPr>
          <a:xfrm>
            <a:off x="2219155" y="533400"/>
            <a:ext cx="7750516" cy="2209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875" wrap="square" tIns="609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"/>
          <p:cNvSpPr txBox="1"/>
          <p:nvPr>
            <p:ph idx="1" type="body"/>
          </p:nvPr>
        </p:nvSpPr>
        <p:spPr>
          <a:xfrm>
            <a:off x="2219154" y="2895600"/>
            <a:ext cx="7750516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121875" wrap="square" tIns="60925">
            <a:normAutofit/>
          </a:bodyPr>
          <a:lstStyle>
            <a:lvl1pPr indent="-228600" lvl="0" marL="457200" algn="ctr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/>
            </a:lvl1pPr>
            <a:lvl2pPr indent="-228600" lvl="1" marL="914400" algn="ctr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/>
            </a:lvl2pPr>
            <a:lvl3pPr indent="-228600" lvl="2" marL="1371600" algn="ctr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/>
            </a:lvl3pPr>
            <a:lvl4pPr indent="-228600" lvl="3" marL="1828800" algn="ctr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/>
            </a:lvl4pPr>
            <a:lvl5pPr indent="-228600" lvl="4" marL="2286000" algn="ctr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/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9pPr>
          </a:lstStyle>
          <a:p/>
        </p:txBody>
      </p:sp>
      <p:sp>
        <p:nvSpPr>
          <p:cNvPr id="85" name="Google Shape;85;p6"/>
          <p:cNvSpPr txBox="1"/>
          <p:nvPr>
            <p:ph idx="10" type="dt"/>
          </p:nvPr>
        </p:nvSpPr>
        <p:spPr>
          <a:xfrm>
            <a:off x="1117309" y="6400801"/>
            <a:ext cx="18288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"/>
          <p:cNvSpPr txBox="1"/>
          <p:nvPr>
            <p:ph idx="11" type="ftr"/>
          </p:nvPr>
        </p:nvSpPr>
        <p:spPr>
          <a:xfrm>
            <a:off x="2986262" y="6400801"/>
            <a:ext cx="6216301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"/>
          <p:cNvSpPr txBox="1"/>
          <p:nvPr>
            <p:ph idx="12" type="sldNum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+ Picture">
  <p:cSld name="Content + Picture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person's face&#10;&#10;Description automatically generated" id="89" name="Google Shape;89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7"/>
          <p:cNvSpPr/>
          <p:nvPr/>
        </p:nvSpPr>
        <p:spPr>
          <a:xfrm>
            <a:off x="1372" y="-19050"/>
            <a:ext cx="12186081" cy="6896100"/>
          </a:xfrm>
          <a:prstGeom prst="rect">
            <a:avLst/>
          </a:prstGeom>
          <a:solidFill>
            <a:schemeClr val="l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4397984" y="1828797"/>
            <a:ext cx="64159" cy="506729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92" name="Google Shape;92;p7"/>
          <p:cNvCxnSpPr/>
          <p:nvPr/>
        </p:nvCxnSpPr>
        <p:spPr>
          <a:xfrm>
            <a:off x="4436670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" name="Google Shape;93;p7"/>
          <p:cNvCxnSpPr/>
          <p:nvPr/>
        </p:nvCxnSpPr>
        <p:spPr>
          <a:xfrm>
            <a:off x="248564" y="1834387"/>
            <a:ext cx="4169664" cy="1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4" name="Google Shape;94;p7"/>
          <p:cNvSpPr/>
          <p:nvPr/>
        </p:nvSpPr>
        <p:spPr>
          <a:xfrm rot="-5400000">
            <a:off x="-1101807" y="1328818"/>
            <a:ext cx="6874329" cy="4216690"/>
          </a:xfrm>
          <a:custGeom>
            <a:rect b="b" l="l" r="r" t="t"/>
            <a:pathLst>
              <a:path extrusionOk="0" h="6858000" w="12188825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1417442" y="-1"/>
            <a:ext cx="1828799" cy="1828799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96" name="Google Shape;96;p7"/>
          <p:cNvCxnSpPr/>
          <p:nvPr/>
        </p:nvCxnSpPr>
        <p:spPr>
          <a:xfrm>
            <a:off x="227012" y="-2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" name="Google Shape;97;p7"/>
          <p:cNvSpPr/>
          <p:nvPr/>
        </p:nvSpPr>
        <p:spPr>
          <a:xfrm>
            <a:off x="11957482" y="0"/>
            <a:ext cx="228600" cy="68580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98" name="Google Shape;98;p7"/>
          <p:cNvCxnSpPr>
            <a:stCxn id="95" idx="0"/>
            <a:endCxn id="95" idx="4"/>
          </p:cNvCxnSpPr>
          <p:nvPr/>
        </p:nvCxnSpPr>
        <p:spPr>
          <a:xfrm>
            <a:off x="2331842" y="-1"/>
            <a:ext cx="0" cy="1828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" name="Google Shape;99;p7"/>
          <p:cNvSpPr/>
          <p:nvPr/>
        </p:nvSpPr>
        <p:spPr>
          <a:xfrm>
            <a:off x="-12796" y="0"/>
            <a:ext cx="228600" cy="68580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4437785" y="0"/>
            <a:ext cx="228600" cy="68580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1" name="Google Shape;101;p7"/>
          <p:cNvSpPr txBox="1"/>
          <p:nvPr>
            <p:ph type="title"/>
          </p:nvPr>
        </p:nvSpPr>
        <p:spPr>
          <a:xfrm>
            <a:off x="4971944" y="533400"/>
            <a:ext cx="6692772" cy="2209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875" wrap="square" tIns="609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7"/>
          <p:cNvSpPr/>
          <p:nvPr>
            <p:ph idx="2" type="pic"/>
          </p:nvPr>
        </p:nvSpPr>
        <p:spPr>
          <a:xfrm>
            <a:off x="248564" y="1851656"/>
            <a:ext cx="4148048" cy="500634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7"/>
          <p:cNvSpPr txBox="1"/>
          <p:nvPr>
            <p:ph idx="1" type="body"/>
          </p:nvPr>
        </p:nvSpPr>
        <p:spPr>
          <a:xfrm>
            <a:off x="4971946" y="3048000"/>
            <a:ext cx="6679975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121875" wrap="square" tIns="60925">
            <a:normAutofit/>
          </a:bodyPr>
          <a:lstStyle>
            <a:lvl1pPr indent="-228600" lvl="0" marL="457200" algn="ctr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/>
            </a:lvl1pPr>
            <a:lvl2pPr indent="-228600" lvl="1" marL="914400" algn="ctr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/>
            </a:lvl2pPr>
            <a:lvl3pPr indent="-228600" lvl="2" marL="1371600" algn="ctr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/>
            </a:lvl3pPr>
            <a:lvl4pPr indent="-228600" lvl="3" marL="1828800" algn="ctr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/>
            </a:lvl4pPr>
            <a:lvl5pPr indent="-228600" lvl="4" marL="2286000" algn="ctr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/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9pPr>
          </a:lstStyle>
          <a:p/>
        </p:txBody>
      </p:sp>
      <p:sp>
        <p:nvSpPr>
          <p:cNvPr id="104" name="Google Shape;104;p7"/>
          <p:cNvSpPr txBox="1"/>
          <p:nvPr>
            <p:ph idx="10" type="dt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7"/>
          <p:cNvSpPr txBox="1"/>
          <p:nvPr>
            <p:ph idx="11" type="ftr"/>
          </p:nvPr>
        </p:nvSpPr>
        <p:spPr>
          <a:xfrm>
            <a:off x="4971946" y="6400801"/>
            <a:ext cx="6216301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7"/>
          <p:cNvSpPr txBox="1"/>
          <p:nvPr>
            <p:ph idx="12" type="sldNum"/>
          </p:nvPr>
        </p:nvSpPr>
        <p:spPr>
          <a:xfrm>
            <a:off x="10544403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" showMasterSp="0">
  <p:cSld name="Title + Subtitle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pink sky&#10;&#10;Description automatically generated" id="108" name="Google Shape;10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8"/>
          <p:cNvSpPr/>
          <p:nvPr/>
        </p:nvSpPr>
        <p:spPr>
          <a:xfrm>
            <a:off x="0" y="0"/>
            <a:ext cx="12188821" cy="6896100"/>
          </a:xfrm>
          <a:prstGeom prst="rect">
            <a:avLst/>
          </a:prstGeom>
          <a:solidFill>
            <a:schemeClr val="l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0" name="Google Shape;110;p8"/>
          <p:cNvSpPr/>
          <p:nvPr/>
        </p:nvSpPr>
        <p:spPr>
          <a:xfrm rot="5400000">
            <a:off x="1408905" y="1905795"/>
            <a:ext cx="228600" cy="304641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p8"/>
          <p:cNvSpPr txBox="1"/>
          <p:nvPr>
            <p:ph type="title"/>
          </p:nvPr>
        </p:nvSpPr>
        <p:spPr>
          <a:xfrm>
            <a:off x="3275807" y="400051"/>
            <a:ext cx="5637210" cy="2914649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Arial"/>
              <a:buNone/>
              <a:defRPr b="0" sz="66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8"/>
          <p:cNvSpPr/>
          <p:nvPr/>
        </p:nvSpPr>
        <p:spPr>
          <a:xfrm>
            <a:off x="-77788" y="1320655"/>
            <a:ext cx="3124198" cy="4216690"/>
          </a:xfrm>
          <a:custGeom>
            <a:rect b="b" l="l" r="r" t="t"/>
            <a:pathLst>
              <a:path extrusionOk="0" h="4216690" w="3124198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p8"/>
          <p:cNvSpPr/>
          <p:nvPr/>
        </p:nvSpPr>
        <p:spPr>
          <a:xfrm rot="10800000">
            <a:off x="9142411" y="1320656"/>
            <a:ext cx="3124198" cy="4216690"/>
          </a:xfrm>
          <a:custGeom>
            <a:rect b="b" l="l" r="r" t="t"/>
            <a:pathLst>
              <a:path extrusionOk="0" h="4216690" w="3124198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p8"/>
          <p:cNvSpPr/>
          <p:nvPr/>
        </p:nvSpPr>
        <p:spPr>
          <a:xfrm rot="5400000">
            <a:off x="10551316" y="1905795"/>
            <a:ext cx="228600" cy="304641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5" name="Google Shape;115;p8"/>
          <p:cNvSpPr txBox="1"/>
          <p:nvPr>
            <p:ph idx="1" type="body"/>
          </p:nvPr>
        </p:nvSpPr>
        <p:spPr>
          <a:xfrm>
            <a:off x="3275807" y="3543300"/>
            <a:ext cx="563721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228600" lvl="0" marL="457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1pPr>
            <a:lvl2pPr indent="-228600" lvl="1" marL="914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2pPr>
            <a:lvl3pPr indent="-228600" lvl="2" marL="1371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indent="-228600" lvl="3" marL="1828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4pPr>
            <a:lvl5pPr indent="-228600" lvl="4" marL="22860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9pPr>
          </a:lstStyle>
          <a:p/>
        </p:txBody>
      </p:sp>
      <p:grpSp>
        <p:nvGrpSpPr>
          <p:cNvPr id="116" name="Google Shape;116;p8"/>
          <p:cNvGrpSpPr/>
          <p:nvPr/>
        </p:nvGrpSpPr>
        <p:grpSpPr>
          <a:xfrm>
            <a:off x="2140743" y="0"/>
            <a:ext cx="7907338" cy="6858000"/>
            <a:chOff x="2149474" y="0"/>
            <a:chExt cx="7907338" cy="6858000"/>
          </a:xfrm>
        </p:grpSpPr>
        <p:cxnSp>
          <p:nvCxnSpPr>
            <p:cNvPr id="117" name="Google Shape;117;p8"/>
            <p:cNvCxnSpPr/>
            <p:nvPr/>
          </p:nvCxnSpPr>
          <p:spPr>
            <a:xfrm>
              <a:off x="2149474" y="0"/>
              <a:ext cx="0" cy="68580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" name="Google Shape;118;p8"/>
            <p:cNvCxnSpPr/>
            <p:nvPr/>
          </p:nvCxnSpPr>
          <p:spPr>
            <a:xfrm>
              <a:off x="10056812" y="0"/>
              <a:ext cx="0" cy="68580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19" name="Google Shape;119;p8"/>
          <p:cNvSpPr/>
          <p:nvPr/>
        </p:nvSpPr>
        <p:spPr>
          <a:xfrm>
            <a:off x="1307414" y="-76200"/>
            <a:ext cx="9573996" cy="7028180"/>
          </a:xfrm>
          <a:custGeom>
            <a:rect b="b" l="l" r="r" t="t"/>
            <a:pathLst>
              <a:path extrusionOk="0" h="7028180" w="9573996">
                <a:moveTo>
                  <a:pt x="1528240" y="0"/>
                </a:moveTo>
                <a:lnTo>
                  <a:pt x="8045757" y="0"/>
                </a:lnTo>
                <a:lnTo>
                  <a:pt x="8171917" y="120282"/>
                </a:lnTo>
                <a:cubicBezTo>
                  <a:pt x="9038193" y="986559"/>
                  <a:pt x="9573996" y="2183308"/>
                  <a:pt x="9573996" y="3505201"/>
                </a:cubicBezTo>
                <a:cubicBezTo>
                  <a:pt x="9573996" y="4827094"/>
                  <a:pt x="9038193" y="6023844"/>
                  <a:pt x="8171917" y="6890120"/>
                </a:cubicBezTo>
                <a:lnTo>
                  <a:pt x="8027110" y="7028180"/>
                </a:lnTo>
                <a:lnTo>
                  <a:pt x="1546886" y="7028180"/>
                </a:lnTo>
                <a:lnTo>
                  <a:pt x="1402080" y="6890120"/>
                </a:lnTo>
                <a:cubicBezTo>
                  <a:pt x="535803" y="6023844"/>
                  <a:pt x="0" y="4827094"/>
                  <a:pt x="0" y="3505201"/>
                </a:cubicBezTo>
                <a:cubicBezTo>
                  <a:pt x="0" y="2183308"/>
                  <a:pt x="535803" y="986559"/>
                  <a:pt x="1402080" y="120282"/>
                </a:cubicBez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p8"/>
          <p:cNvSpPr txBox="1"/>
          <p:nvPr>
            <p:ph idx="10" type="dt"/>
          </p:nvPr>
        </p:nvSpPr>
        <p:spPr>
          <a:xfrm>
            <a:off x="1117309" y="6400801"/>
            <a:ext cx="18288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8"/>
          <p:cNvSpPr txBox="1"/>
          <p:nvPr>
            <p:ph idx="11" type="ftr"/>
          </p:nvPr>
        </p:nvSpPr>
        <p:spPr>
          <a:xfrm>
            <a:off x="2986262" y="6400801"/>
            <a:ext cx="6216301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8"/>
          <p:cNvSpPr txBox="1"/>
          <p:nvPr>
            <p:ph idx="12" type="sldNum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">
  <p:cSld name="Content 2"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and pink gradient&#10;&#10;Description automatically generated" id="124" name="Google Shape;124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9"/>
          <p:cNvSpPr/>
          <p:nvPr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l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p9"/>
          <p:cNvSpPr txBox="1"/>
          <p:nvPr>
            <p:ph type="title"/>
          </p:nvPr>
        </p:nvSpPr>
        <p:spPr>
          <a:xfrm>
            <a:off x="1522418" y="990600"/>
            <a:ext cx="4343392" cy="471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9"/>
          <p:cNvSpPr txBox="1"/>
          <p:nvPr>
            <p:ph idx="1" type="body"/>
          </p:nvPr>
        </p:nvSpPr>
        <p:spPr>
          <a:xfrm>
            <a:off x="6161756" y="990600"/>
            <a:ext cx="3962387" cy="471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/>
            </a:lvl1pPr>
            <a:lvl2pPr indent="-342900" lvl="1" marL="9144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/>
            </a:lvl3pPr>
            <a:lvl4pPr indent="-342900" lvl="3" marL="18288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/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9pPr>
          </a:lstStyle>
          <a:p/>
        </p:txBody>
      </p:sp>
      <p:sp>
        <p:nvSpPr>
          <p:cNvPr id="128" name="Google Shape;128;p9"/>
          <p:cNvSpPr txBox="1"/>
          <p:nvPr>
            <p:ph idx="10" type="dt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9"/>
          <p:cNvSpPr txBox="1"/>
          <p:nvPr>
            <p:ph idx="11" type="ftr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9"/>
          <p:cNvSpPr txBox="1"/>
          <p:nvPr>
            <p:ph idx="12" type="sldNum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131" name="Google Shape;131;p9"/>
          <p:cNvCxnSpPr/>
          <p:nvPr/>
        </p:nvCxnSpPr>
        <p:spPr>
          <a:xfrm>
            <a:off x="1141412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9"/>
          <p:cNvSpPr/>
          <p:nvPr/>
        </p:nvSpPr>
        <p:spPr>
          <a:xfrm>
            <a:off x="-1588" y="457200"/>
            <a:ext cx="11648687" cy="5943600"/>
          </a:xfrm>
          <a:custGeom>
            <a:rect b="b" l="l" r="r" t="t"/>
            <a:pathLst>
              <a:path extrusionOk="0" h="6858000" w="12188825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0" y="0"/>
            <a:ext cx="12188825" cy="6858000"/>
          </a:xfrm>
          <a:custGeom>
            <a:rect b="b" l="l" r="r" t="t"/>
            <a:pathLst>
              <a:path extrusionOk="0" h="6858000" w="12188825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3492" y="0"/>
            <a:ext cx="228600" cy="68580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10940044" y="2156118"/>
            <a:ext cx="1373186" cy="2545766"/>
          </a:xfrm>
          <a:custGeom>
            <a:rect b="b" l="l" r="r" t="t"/>
            <a:pathLst>
              <a:path extrusionOk="0" h="2545766" w="1373186">
                <a:moveTo>
                  <a:pt x="1272884" y="0"/>
                </a:moveTo>
                <a:lnTo>
                  <a:pt x="1373186" y="5065"/>
                </a:lnTo>
                <a:lnTo>
                  <a:pt x="1373186" y="2540701"/>
                </a:lnTo>
                <a:lnTo>
                  <a:pt x="1272884" y="2545766"/>
                </a:lnTo>
                <a:cubicBezTo>
                  <a:pt x="569890" y="2545766"/>
                  <a:pt x="0" y="1975877"/>
                  <a:pt x="0" y="1272883"/>
                </a:cubicBezTo>
                <a:cubicBezTo>
                  <a:pt x="0" y="569889"/>
                  <a:pt x="569890" y="0"/>
                  <a:pt x="1272884" y="0"/>
                </a:cubicBez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p9"/>
          <p:cNvSpPr/>
          <p:nvPr/>
        </p:nvSpPr>
        <p:spPr>
          <a:xfrm flipH="1" rot="-5400000">
            <a:off x="11450135" y="2804611"/>
            <a:ext cx="228600" cy="1248782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1 ">
  <p:cSld name="Two Content 1 "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pink and blue gradient&#10;&#10;Description automatically generated" id="138" name="Google Shape;138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0"/>
          <p:cNvSpPr/>
          <p:nvPr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l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40" name="Google Shape;140;p10"/>
          <p:cNvCxnSpPr/>
          <p:nvPr/>
        </p:nvCxnSpPr>
        <p:spPr>
          <a:xfrm>
            <a:off x="417512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1" name="Google Shape;141;p10"/>
          <p:cNvCxnSpPr/>
          <p:nvPr/>
        </p:nvCxnSpPr>
        <p:spPr>
          <a:xfrm>
            <a:off x="11771312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2" name="Google Shape;142;p10"/>
          <p:cNvSpPr/>
          <p:nvPr/>
        </p:nvSpPr>
        <p:spPr>
          <a:xfrm>
            <a:off x="-87028" y="2552700"/>
            <a:ext cx="923640" cy="1752600"/>
          </a:xfrm>
          <a:custGeom>
            <a:rect b="b" l="l" r="r" t="t"/>
            <a:pathLst>
              <a:path extrusionOk="0" h="1752600" w="923640">
                <a:moveTo>
                  <a:pt x="47340" y="0"/>
                </a:moveTo>
                <a:cubicBezTo>
                  <a:pt x="531307" y="0"/>
                  <a:pt x="923640" y="392333"/>
                  <a:pt x="923640" y="876300"/>
                </a:cubicBezTo>
                <a:cubicBezTo>
                  <a:pt x="923640" y="1360267"/>
                  <a:pt x="531307" y="1752600"/>
                  <a:pt x="47340" y="1752600"/>
                </a:cubicBezTo>
                <a:lnTo>
                  <a:pt x="0" y="1747828"/>
                </a:lnTo>
                <a:lnTo>
                  <a:pt x="0" y="4772"/>
                </a:lnTo>
                <a:close/>
              </a:path>
            </a:pathLst>
          </a:cu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3" name="Google Shape;143;p10"/>
          <p:cNvSpPr/>
          <p:nvPr/>
        </p:nvSpPr>
        <p:spPr>
          <a:xfrm rot="5400000">
            <a:off x="304005" y="3010695"/>
            <a:ext cx="228600" cy="836614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p10"/>
          <p:cNvSpPr/>
          <p:nvPr/>
        </p:nvSpPr>
        <p:spPr>
          <a:xfrm flipH="1">
            <a:off x="11352212" y="2552700"/>
            <a:ext cx="923640" cy="1752600"/>
          </a:xfrm>
          <a:custGeom>
            <a:rect b="b" l="l" r="r" t="t"/>
            <a:pathLst>
              <a:path extrusionOk="0" h="1752600" w="923640">
                <a:moveTo>
                  <a:pt x="47340" y="0"/>
                </a:moveTo>
                <a:lnTo>
                  <a:pt x="0" y="4772"/>
                </a:lnTo>
                <a:lnTo>
                  <a:pt x="0" y="1747828"/>
                </a:lnTo>
                <a:lnTo>
                  <a:pt x="47340" y="1752600"/>
                </a:lnTo>
                <a:cubicBezTo>
                  <a:pt x="531307" y="1752600"/>
                  <a:pt x="923640" y="1360267"/>
                  <a:pt x="923640" y="876300"/>
                </a:cubicBezTo>
                <a:cubicBezTo>
                  <a:pt x="923640" y="392333"/>
                  <a:pt x="531307" y="0"/>
                  <a:pt x="47340" y="0"/>
                </a:cubicBezTo>
                <a:close/>
              </a:path>
            </a:pathLst>
          </a:cu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5" name="Google Shape;145;p10"/>
          <p:cNvSpPr/>
          <p:nvPr/>
        </p:nvSpPr>
        <p:spPr>
          <a:xfrm flipH="1" rot="-5400000">
            <a:off x="11656219" y="3010695"/>
            <a:ext cx="228600" cy="836614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6" name="Google Shape;146;p10"/>
          <p:cNvSpPr txBox="1"/>
          <p:nvPr>
            <p:ph type="title"/>
          </p:nvPr>
        </p:nvSpPr>
        <p:spPr>
          <a:xfrm>
            <a:off x="686141" y="304800"/>
            <a:ext cx="10816542" cy="140969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0"/>
          <p:cNvSpPr txBox="1"/>
          <p:nvPr>
            <p:ph idx="1" type="body"/>
          </p:nvPr>
        </p:nvSpPr>
        <p:spPr>
          <a:xfrm>
            <a:off x="1190685" y="1962146"/>
            <a:ext cx="4761153" cy="4210054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9pPr>
          </a:lstStyle>
          <a:p/>
        </p:txBody>
      </p:sp>
      <p:sp>
        <p:nvSpPr>
          <p:cNvPr id="148" name="Google Shape;148;p10"/>
          <p:cNvSpPr txBox="1"/>
          <p:nvPr>
            <p:ph idx="2" type="body"/>
          </p:nvPr>
        </p:nvSpPr>
        <p:spPr>
          <a:xfrm>
            <a:off x="6236990" y="1962146"/>
            <a:ext cx="4761153" cy="4210054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9pPr>
          </a:lstStyle>
          <a:p/>
        </p:txBody>
      </p:sp>
      <p:sp>
        <p:nvSpPr>
          <p:cNvPr id="149" name="Google Shape;149;p10"/>
          <p:cNvSpPr txBox="1"/>
          <p:nvPr>
            <p:ph idx="10" type="dt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0"/>
          <p:cNvSpPr txBox="1"/>
          <p:nvPr>
            <p:ph idx="11" type="ftr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0"/>
          <p:cNvSpPr txBox="1"/>
          <p:nvPr>
            <p:ph idx="12" type="sldNum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+ Table">
  <p:cSld name="Content + Table"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pink sky&#10;&#10;Description automatically generated" id="153" name="Google Shape;15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1"/>
          <p:cNvSpPr/>
          <p:nvPr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l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5" name="Google Shape;155;p11"/>
          <p:cNvSpPr txBox="1"/>
          <p:nvPr>
            <p:ph type="title"/>
          </p:nvPr>
        </p:nvSpPr>
        <p:spPr>
          <a:xfrm>
            <a:off x="684212" y="304800"/>
            <a:ext cx="10816543" cy="140969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1190685" y="1981199"/>
            <a:ext cx="4761153" cy="4343403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 sz="1800"/>
            </a:lvl9pPr>
          </a:lstStyle>
          <a:p/>
        </p:txBody>
      </p:sp>
      <p:sp>
        <p:nvSpPr>
          <p:cNvPr id="157" name="Google Shape;157;p11"/>
          <p:cNvSpPr txBox="1"/>
          <p:nvPr>
            <p:ph idx="10" type="dt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1"/>
          <p:cNvSpPr txBox="1"/>
          <p:nvPr>
            <p:ph idx="11" type="ftr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1"/>
          <p:cNvSpPr txBox="1"/>
          <p:nvPr>
            <p:ph idx="12" type="sldNum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160" name="Google Shape;160;p11"/>
          <p:cNvCxnSpPr/>
          <p:nvPr/>
        </p:nvCxnSpPr>
        <p:spPr>
          <a:xfrm>
            <a:off x="417512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1" name="Google Shape;161;p11"/>
          <p:cNvCxnSpPr/>
          <p:nvPr/>
        </p:nvCxnSpPr>
        <p:spPr>
          <a:xfrm>
            <a:off x="11771312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2" name="Google Shape;162;p11"/>
          <p:cNvSpPr/>
          <p:nvPr/>
        </p:nvSpPr>
        <p:spPr>
          <a:xfrm rot="5400000">
            <a:off x="94455" y="3220245"/>
            <a:ext cx="228600" cy="417514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3" name="Google Shape;163;p11"/>
          <p:cNvSpPr/>
          <p:nvPr/>
        </p:nvSpPr>
        <p:spPr>
          <a:xfrm flipH="1" rot="-5400000">
            <a:off x="11865769" y="3220245"/>
            <a:ext cx="228600" cy="417514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64" name="Google Shape;164;p11"/>
          <p:cNvCxnSpPr/>
          <p:nvPr/>
        </p:nvCxnSpPr>
        <p:spPr>
          <a:xfrm>
            <a:off x="303212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5" name="Google Shape;165;p11"/>
          <p:cNvCxnSpPr/>
          <p:nvPr/>
        </p:nvCxnSpPr>
        <p:spPr>
          <a:xfrm>
            <a:off x="11885613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Table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rry pink and blue background&#10;&#10;Description automatically generated" id="167" name="Google Shape;16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2"/>
          <p:cNvSpPr/>
          <p:nvPr/>
        </p:nvSpPr>
        <p:spPr>
          <a:xfrm>
            <a:off x="-1" y="0"/>
            <a:ext cx="12188825" cy="6896100"/>
          </a:xfrm>
          <a:prstGeom prst="rect">
            <a:avLst/>
          </a:prstGeom>
          <a:solidFill>
            <a:schemeClr val="l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-87028" y="2781301"/>
            <a:ext cx="771240" cy="1295400"/>
          </a:xfrm>
          <a:custGeom>
            <a:rect b="b" l="l" r="r" t="t"/>
            <a:pathLst>
              <a:path extrusionOk="0" h="1295400" w="771240">
                <a:moveTo>
                  <a:pt x="123540" y="0"/>
                </a:moveTo>
                <a:cubicBezTo>
                  <a:pt x="481255" y="0"/>
                  <a:pt x="771240" y="289985"/>
                  <a:pt x="771240" y="647700"/>
                </a:cubicBezTo>
                <a:cubicBezTo>
                  <a:pt x="771240" y="1005415"/>
                  <a:pt x="481255" y="1295400"/>
                  <a:pt x="123540" y="1295400"/>
                </a:cubicBezTo>
                <a:lnTo>
                  <a:pt x="0" y="1282946"/>
                </a:lnTo>
                <a:lnTo>
                  <a:pt x="0" y="12454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70" name="Google Shape;170;p12"/>
          <p:cNvCxnSpPr/>
          <p:nvPr/>
        </p:nvCxnSpPr>
        <p:spPr>
          <a:xfrm>
            <a:off x="684212" y="1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1" name="Google Shape;171;p12"/>
          <p:cNvSpPr/>
          <p:nvPr/>
        </p:nvSpPr>
        <p:spPr>
          <a:xfrm rot="5400000">
            <a:off x="227013" y="3086103"/>
            <a:ext cx="228600" cy="685798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72" name="Google Shape;172;p12"/>
          <p:cNvCxnSpPr/>
          <p:nvPr/>
        </p:nvCxnSpPr>
        <p:spPr>
          <a:xfrm rot="10800000">
            <a:off x="0" y="2781301"/>
            <a:ext cx="684212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3" name="Google Shape;173;p12"/>
          <p:cNvCxnSpPr/>
          <p:nvPr/>
        </p:nvCxnSpPr>
        <p:spPr>
          <a:xfrm rot="10800000">
            <a:off x="-77788" y="4076701"/>
            <a:ext cx="762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4" name="Google Shape;174;p12"/>
          <p:cNvCxnSpPr/>
          <p:nvPr/>
        </p:nvCxnSpPr>
        <p:spPr>
          <a:xfrm>
            <a:off x="11504612" y="1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5" name="Google Shape;175;p12"/>
          <p:cNvSpPr/>
          <p:nvPr/>
        </p:nvSpPr>
        <p:spPr>
          <a:xfrm>
            <a:off x="11508467" y="2781301"/>
            <a:ext cx="758144" cy="1295400"/>
          </a:xfrm>
          <a:custGeom>
            <a:rect b="b" l="l" r="r" t="t"/>
            <a:pathLst>
              <a:path extrusionOk="0" h="1295400" w="758144">
                <a:moveTo>
                  <a:pt x="647700" y="0"/>
                </a:moveTo>
                <a:lnTo>
                  <a:pt x="758144" y="11134"/>
                </a:lnTo>
                <a:lnTo>
                  <a:pt x="758144" y="1284266"/>
                </a:lnTo>
                <a:lnTo>
                  <a:pt x="647700" y="1295400"/>
                </a:lnTo>
                <a:cubicBezTo>
                  <a:pt x="289985" y="1295400"/>
                  <a:pt x="0" y="1005415"/>
                  <a:pt x="0" y="647700"/>
                </a:cubicBezTo>
                <a:cubicBezTo>
                  <a:pt x="0" y="289985"/>
                  <a:pt x="289985" y="0"/>
                  <a:pt x="647700" y="0"/>
                </a:cubicBez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6" name="Google Shape;176;p12"/>
          <p:cNvSpPr/>
          <p:nvPr/>
        </p:nvSpPr>
        <p:spPr>
          <a:xfrm rot="5400000">
            <a:off x="11737067" y="3091544"/>
            <a:ext cx="228600" cy="674916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77" name="Google Shape;177;p12"/>
          <p:cNvCxnSpPr/>
          <p:nvPr/>
        </p:nvCxnSpPr>
        <p:spPr>
          <a:xfrm rot="10800000">
            <a:off x="11504612" y="2781301"/>
            <a:ext cx="685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8" name="Google Shape;178;p12"/>
          <p:cNvCxnSpPr/>
          <p:nvPr/>
        </p:nvCxnSpPr>
        <p:spPr>
          <a:xfrm rot="10800000">
            <a:off x="11504612" y="4076701"/>
            <a:ext cx="685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9" name="Google Shape;179;p12"/>
          <p:cNvSpPr txBox="1"/>
          <p:nvPr>
            <p:ph type="title"/>
          </p:nvPr>
        </p:nvSpPr>
        <p:spPr>
          <a:xfrm>
            <a:off x="684212" y="304800"/>
            <a:ext cx="10820400" cy="140969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2"/>
          <p:cNvSpPr txBox="1"/>
          <p:nvPr>
            <p:ph idx="1" type="body"/>
          </p:nvPr>
        </p:nvSpPr>
        <p:spPr>
          <a:xfrm>
            <a:off x="1293812" y="1984248"/>
            <a:ext cx="9601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121875" wrap="square" tIns="60925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50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50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50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50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9pPr>
          </a:lstStyle>
          <a:p/>
        </p:txBody>
      </p:sp>
      <p:sp>
        <p:nvSpPr>
          <p:cNvPr id="181" name="Google Shape;181;p12"/>
          <p:cNvSpPr txBox="1"/>
          <p:nvPr>
            <p:ph idx="10" type="dt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12"/>
          <p:cNvSpPr txBox="1"/>
          <p:nvPr>
            <p:ph idx="11" type="ftr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12"/>
          <p:cNvSpPr txBox="1"/>
          <p:nvPr>
            <p:ph idx="12" type="sldNum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2">
  <p:cSld name="Two Content 2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rry pink and blue background&#10;&#10;Description automatically generated" id="185" name="Google Shape;18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3"/>
          <p:cNvSpPr/>
          <p:nvPr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l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87" name="Google Shape;187;p13"/>
          <p:cNvCxnSpPr/>
          <p:nvPr/>
        </p:nvCxnSpPr>
        <p:spPr>
          <a:xfrm>
            <a:off x="1888171" y="1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8" name="Google Shape;188;p13"/>
          <p:cNvSpPr/>
          <p:nvPr/>
        </p:nvSpPr>
        <p:spPr>
          <a:xfrm>
            <a:off x="1888171" y="2781301"/>
            <a:ext cx="1295400" cy="12954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89" name="Google Shape;189;p13"/>
          <p:cNvCxnSpPr/>
          <p:nvPr/>
        </p:nvCxnSpPr>
        <p:spPr>
          <a:xfrm>
            <a:off x="3197223" y="1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0" name="Google Shape;190;p13"/>
          <p:cNvSpPr/>
          <p:nvPr/>
        </p:nvSpPr>
        <p:spPr>
          <a:xfrm rot="5400000">
            <a:off x="1483517" y="1829595"/>
            <a:ext cx="228600" cy="3198813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91" name="Google Shape;191;p13"/>
          <p:cNvCxnSpPr/>
          <p:nvPr/>
        </p:nvCxnSpPr>
        <p:spPr>
          <a:xfrm rot="10800000">
            <a:off x="-1588" y="2764972"/>
            <a:ext cx="3185159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2" name="Google Shape;192;p13"/>
          <p:cNvCxnSpPr/>
          <p:nvPr/>
        </p:nvCxnSpPr>
        <p:spPr>
          <a:xfrm rot="10800000">
            <a:off x="-1588" y="4076701"/>
            <a:ext cx="3185159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3" name="Google Shape;193;p13"/>
          <p:cNvSpPr txBox="1"/>
          <p:nvPr>
            <p:ph type="title"/>
          </p:nvPr>
        </p:nvSpPr>
        <p:spPr>
          <a:xfrm>
            <a:off x="3656014" y="533400"/>
            <a:ext cx="8153381" cy="2209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875" wrap="square" tIns="60925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3"/>
          <p:cNvSpPr txBox="1"/>
          <p:nvPr>
            <p:ph idx="1" type="body"/>
          </p:nvPr>
        </p:nvSpPr>
        <p:spPr>
          <a:xfrm>
            <a:off x="3656014" y="2971800"/>
            <a:ext cx="4724397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121875" wrap="square" tIns="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9pPr>
          </a:lstStyle>
          <a:p/>
        </p:txBody>
      </p:sp>
      <p:sp>
        <p:nvSpPr>
          <p:cNvPr id="195" name="Google Shape;195;p13"/>
          <p:cNvSpPr txBox="1"/>
          <p:nvPr>
            <p:ph idx="2" type="body"/>
          </p:nvPr>
        </p:nvSpPr>
        <p:spPr>
          <a:xfrm>
            <a:off x="8609012" y="2986053"/>
            <a:ext cx="3200384" cy="3017418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121875" wrap="square" tIns="0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/>
            </a:lvl1pPr>
            <a:lvl2pPr indent="-330200" lvl="1" marL="9144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/>
            </a:lvl2pPr>
            <a:lvl3pPr indent="-317500" lvl="2" marL="13716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/>
            </a:lvl3pPr>
            <a:lvl4pPr indent="-317500" lvl="3" marL="18288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/>
            </a:lvl4pPr>
            <a:lvl5pPr indent="-317500" lvl="4" marL="2286000" algn="l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/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9pPr>
          </a:lstStyle>
          <a:p/>
        </p:txBody>
      </p:sp>
      <p:sp>
        <p:nvSpPr>
          <p:cNvPr id="196" name="Google Shape;196;p13"/>
          <p:cNvSpPr txBox="1"/>
          <p:nvPr>
            <p:ph idx="10" type="dt"/>
          </p:nvPr>
        </p:nvSpPr>
        <p:spPr>
          <a:xfrm>
            <a:off x="256479" y="6400801"/>
            <a:ext cx="1951734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3"/>
          <p:cNvSpPr txBox="1"/>
          <p:nvPr>
            <p:ph idx="11" type="ftr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3"/>
          <p:cNvSpPr txBox="1"/>
          <p:nvPr>
            <p:ph idx="12" type="sldNum"/>
          </p:nvPr>
        </p:nvSpPr>
        <p:spPr>
          <a:xfrm>
            <a:off x="10167146" y="6400801"/>
            <a:ext cx="1642250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" showMasterSp="0">
  <p:cSld name="Content 3"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pink sky&#10;&#10;Description automatically generated" id="200" name="Google Shape;20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4"/>
          <p:cNvSpPr/>
          <p:nvPr/>
        </p:nvSpPr>
        <p:spPr>
          <a:xfrm>
            <a:off x="4" y="0"/>
            <a:ext cx="12188821" cy="6896100"/>
          </a:xfrm>
          <a:prstGeom prst="rect">
            <a:avLst/>
          </a:prstGeom>
          <a:solidFill>
            <a:schemeClr val="l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2" name="Google Shape;202;p14"/>
          <p:cNvSpPr/>
          <p:nvPr/>
        </p:nvSpPr>
        <p:spPr>
          <a:xfrm rot="5400000">
            <a:off x="1408905" y="1905795"/>
            <a:ext cx="228600" cy="304641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-77788" y="1320655"/>
            <a:ext cx="3124198" cy="4216690"/>
          </a:xfrm>
          <a:custGeom>
            <a:rect b="b" l="l" r="r" t="t"/>
            <a:pathLst>
              <a:path extrusionOk="0" h="4216690" w="3124198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4" name="Google Shape;204;p14"/>
          <p:cNvSpPr/>
          <p:nvPr/>
        </p:nvSpPr>
        <p:spPr>
          <a:xfrm rot="10800000">
            <a:off x="9142411" y="1320656"/>
            <a:ext cx="3124198" cy="4216690"/>
          </a:xfrm>
          <a:custGeom>
            <a:rect b="b" l="l" r="r" t="t"/>
            <a:pathLst>
              <a:path extrusionOk="0" h="4216690" w="3124198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p14"/>
          <p:cNvSpPr/>
          <p:nvPr/>
        </p:nvSpPr>
        <p:spPr>
          <a:xfrm rot="5400000">
            <a:off x="10551316" y="1905795"/>
            <a:ext cx="228600" cy="304641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2665412" y="0"/>
            <a:ext cx="6858000" cy="68580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7" name="Google Shape;207;p14"/>
          <p:cNvSpPr txBox="1"/>
          <p:nvPr>
            <p:ph type="title"/>
          </p:nvPr>
        </p:nvSpPr>
        <p:spPr>
          <a:xfrm>
            <a:off x="3428933" y="762000"/>
            <a:ext cx="5330955" cy="25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b="0" sz="5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4"/>
          <p:cNvSpPr txBox="1"/>
          <p:nvPr>
            <p:ph idx="1" type="body"/>
          </p:nvPr>
        </p:nvSpPr>
        <p:spPr>
          <a:xfrm>
            <a:off x="3428933" y="3467100"/>
            <a:ext cx="5330955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121875" wrap="square" tIns="60925">
            <a:normAutofit/>
          </a:bodyPr>
          <a:lstStyle>
            <a:lvl1pPr indent="-228600" lvl="0" marL="457200" algn="ctr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/>
            </a:lvl1pPr>
            <a:lvl2pPr indent="-228600" lvl="1" marL="914400" algn="ctr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/>
            </a:lvl2pPr>
            <a:lvl3pPr indent="-228600" lvl="2" marL="1371600" algn="ctr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/>
            </a:lvl3pPr>
            <a:lvl4pPr indent="-228600" lvl="3" marL="1828800" algn="ctr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/>
            </a:lvl4pPr>
            <a:lvl5pPr indent="-228600" lvl="4" marL="2286000" algn="ctr">
              <a:lnSpc>
                <a:spcPct val="12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/>
            </a:lvl5pPr>
            <a:lvl6pPr indent="-331470" lvl="5" marL="27432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6pPr>
            <a:lvl7pPr indent="-331470" lvl="6" marL="32004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7pPr>
            <a:lvl8pPr indent="-331470" lvl="7" marL="36576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8pPr>
            <a:lvl9pPr indent="-331470" lvl="8" marL="411480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Char char="–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381000" lvl="0" marL="457200" marR="0" rtl="0" algn="l">
              <a:lnSpc>
                <a:spcPct val="9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marR="0" rtl="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marR="0" rtl="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1470" lvl="5" marL="2743200" marR="0" rtl="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Font typeface="Century Gothic"/>
              <a:buChar char="–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31470" lvl="6" marL="3200400" marR="0" rtl="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Font typeface="Century Gothic"/>
              <a:buChar char="–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31470" lvl="7" marL="3657600" marR="0" rtl="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Font typeface="Century Gothic"/>
              <a:buChar char="–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31470" lvl="8" marL="4114800" marR="0" rtl="0" algn="l">
              <a:lnSpc>
                <a:spcPct val="95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1620"/>
              <a:buFont typeface="Century Gothic"/>
              <a:buChar char="–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2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hyperlink" Target="https://youtu.be/a-Qhz-X8Ws0" TargetMode="External"/><Relationship Id="rId5" Type="http://schemas.openxmlformats.org/officeDocument/2006/relationships/image" Target="../media/image16.png"/><Relationship Id="rId6" Type="http://schemas.openxmlformats.org/officeDocument/2006/relationships/hyperlink" Target="https://youtu.be/a-Qhz-X8Ws0" TargetMode="External"/><Relationship Id="rId7" Type="http://schemas.openxmlformats.org/officeDocument/2006/relationships/image" Target="../media/image8.png"/><Relationship Id="rId8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jp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hyperlink" Target="https://forms.gle/F5cvvXhT2L15VnTN6" TargetMode="External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hyperlink" Target="https://forms.gle/F5cvvXhT2L15VnTN6" TargetMode="External"/><Relationship Id="rId8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"/>
          <p:cNvSpPr txBox="1"/>
          <p:nvPr>
            <p:ph type="title"/>
          </p:nvPr>
        </p:nvSpPr>
        <p:spPr>
          <a:xfrm>
            <a:off x="2492300" y="2692250"/>
            <a:ext cx="6915000" cy="22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rmAutofit/>
          </a:bodyPr>
          <a:lstStyle/>
          <a:p>
            <a:pPr indent="0" lvl="0" marL="0" rt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Arial"/>
              <a:buNone/>
            </a:pPr>
            <a:r>
              <a:rPr lang="iw-IL"/>
              <a:t>מפגש 8 ימי שלישי</a:t>
            </a:r>
            <a:br>
              <a:rPr lang="iw-IL"/>
            </a:br>
            <a:r>
              <a:rPr lang="iw-IL" sz="3600"/>
              <a:t>הקשבה והחזרת האומץ</a:t>
            </a:r>
            <a:endParaRPr/>
          </a:p>
        </p:txBody>
      </p:sp>
      <p:pic>
        <p:nvPicPr>
          <p:cNvPr descr="תמונה שמכילה טקסט, גופן, עיגול, צילום מסך&#10;&#10;תוכן בינה מלאכותית גנרטיבית עשוי להיות שגוי." id="214" name="Google Shape;2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9012" y="1378041"/>
            <a:ext cx="2133600" cy="1691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לבוש, אדם, ריקוד, איש&#10;&#10;תוכן בינה מלאכותית גנרטיבית עשוי להיות שגוי." id="215" name="Google Shape;215;p15"/>
          <p:cNvPicPr preferRelativeResize="0"/>
          <p:nvPr/>
        </p:nvPicPr>
        <p:blipFill rotWithShape="1">
          <a:blip r:embed="rId4">
            <a:alphaModFix/>
          </a:blip>
          <a:srcRect b="0" l="0" r="4172" t="0"/>
          <a:stretch/>
        </p:blipFill>
        <p:spPr>
          <a:xfrm>
            <a:off x="3159123" y="3848756"/>
            <a:ext cx="9029701" cy="3847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"/>
          <p:cNvSpPr txBox="1"/>
          <p:nvPr>
            <p:ph type="title"/>
          </p:nvPr>
        </p:nvSpPr>
        <p:spPr>
          <a:xfrm>
            <a:off x="4341837" y="602675"/>
            <a:ext cx="518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0" spcFirstLastPara="1" rIns="121875" wrap="square" tIns="60925">
            <a:noAutofit/>
          </a:bodyPr>
          <a:lstStyle/>
          <a:p>
            <a:pPr indent="0" lvl="0" marL="0" rtl="1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Arial"/>
              <a:buNone/>
            </a:pPr>
            <a:r>
              <a:rPr lang="iw-IL"/>
              <a:t>לו"ז</a:t>
            </a:r>
            <a:endParaRPr/>
          </a:p>
        </p:txBody>
      </p:sp>
      <p:sp>
        <p:nvSpPr>
          <p:cNvPr id="221" name="Google Shape;221;p16"/>
          <p:cNvSpPr txBox="1"/>
          <p:nvPr>
            <p:ph idx="1" type="body"/>
          </p:nvPr>
        </p:nvSpPr>
        <p:spPr>
          <a:xfrm>
            <a:off x="3997242" y="1489364"/>
            <a:ext cx="62565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121875" wrap="square" tIns="60925">
            <a:normAutofit lnSpcReduction="20000"/>
          </a:bodyPr>
          <a:lstStyle/>
          <a:p>
            <a:pPr indent="0" lvl="0" marL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iw-IL" sz="2800"/>
              <a:t>9:30 צ'קאין, מתחממים עם הקשבה</a:t>
            </a:r>
            <a:endParaRPr sz="2800"/>
          </a:p>
          <a:p>
            <a:pPr indent="0" lvl="0" marL="0" rtl="1" algn="r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iw-IL" sz="2800"/>
              <a:t>11:00 "להחזיר את האומץ" / אנבלה שקד</a:t>
            </a:r>
            <a:endParaRPr/>
          </a:p>
          <a:p>
            <a:pPr indent="0" lvl="0" marL="0" rtl="1" algn="r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iw-IL" sz="2800"/>
              <a:t>12:30 ארוחת צהריים</a:t>
            </a:r>
            <a:endParaRPr sz="2800"/>
          </a:p>
          <a:p>
            <a:pPr indent="0" lvl="0" marL="0" rtl="1" algn="r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iw-IL" sz="2800"/>
              <a:t>13:15 תרגול - חיזוק האומץ, הקשבה ושאילת</a:t>
            </a:r>
            <a:br>
              <a:rPr lang="iw-IL" sz="2800"/>
            </a:br>
            <a:r>
              <a:rPr lang="iw-IL" sz="2800"/>
              <a:t>                     שאלות</a:t>
            </a:r>
            <a:endParaRPr/>
          </a:p>
          <a:p>
            <a:pPr indent="0" lvl="0" marL="0" rtl="1" algn="r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iw-IL" sz="2800"/>
              <a:t>15:00 סיכום</a:t>
            </a:r>
            <a:endParaRPr/>
          </a:p>
          <a:p>
            <a:pPr indent="0" lvl="0" marL="0" rtl="1" algn="r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iw-IL" sz="2800"/>
              <a:t>15:30 סיום</a:t>
            </a:r>
            <a:endParaRPr sz="2800"/>
          </a:p>
        </p:txBody>
      </p:sp>
      <p:sp>
        <p:nvSpPr>
          <p:cNvPr id="222" name="Google Shape;222;p16"/>
          <p:cNvSpPr txBox="1"/>
          <p:nvPr>
            <p:ph idx="12" type="sldNum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pic>
        <p:nvPicPr>
          <p:cNvPr descr="תמונה שמכילה טקסט, גופן, עיגול, צילום מסך&#10;&#10;תוכן בינה מלאכותית גנרטיבית עשוי להיות שגוי." id="223" name="Google Shape;223;p16"/>
          <p:cNvPicPr preferRelativeResize="0"/>
          <p:nvPr/>
        </p:nvPicPr>
        <p:blipFill rotWithShape="1">
          <a:blip r:embed="rId3">
            <a:alphaModFix/>
          </a:blip>
          <a:srcRect b="0" l="0" r="0" t="18946"/>
          <a:stretch/>
        </p:blipFill>
        <p:spPr>
          <a:xfrm>
            <a:off x="231775" y="5943600"/>
            <a:ext cx="1185663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4664" y="5943600"/>
            <a:ext cx="49448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6"/>
          <p:cNvSpPr/>
          <p:nvPr/>
        </p:nvSpPr>
        <p:spPr>
          <a:xfrm>
            <a:off x="5942013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6094413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תמונה שמכילה לבוש, אדם, רהיטים, פני אדם&#10;&#10;תוכן בינה מלאכותית גנרטיבית עשוי להיות שגוי." id="227" name="Google Shape;227;p16"/>
          <p:cNvPicPr preferRelativeResize="0"/>
          <p:nvPr>
            <p:ph idx="2" type="pic"/>
          </p:nvPr>
        </p:nvPicPr>
        <p:blipFill rotWithShape="1">
          <a:blip r:embed="rId5">
            <a:alphaModFix/>
          </a:blip>
          <a:srcRect b="0" l="5305" r="5305" t="0"/>
          <a:stretch/>
        </p:blipFill>
        <p:spPr>
          <a:xfrm>
            <a:off x="231775" y="17527"/>
            <a:ext cx="3944303" cy="6822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 txBox="1"/>
          <p:nvPr>
            <p:ph idx="12" type="sldNum"/>
          </p:nvPr>
        </p:nvSpPr>
        <p:spPr>
          <a:xfrm>
            <a:off x="10167146" y="6400801"/>
            <a:ext cx="1107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3159554" y="96585"/>
            <a:ext cx="619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>
                <a:solidFill>
                  <a:schemeClr val="dk1"/>
                </a:solidFill>
              </a:rPr>
              <a:t>מילוי דיווח - חשוב ביותר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4" name="Google Shape;234;p17"/>
          <p:cNvSpPr txBox="1"/>
          <p:nvPr/>
        </p:nvSpPr>
        <p:spPr>
          <a:xfrm>
            <a:off x="1404147" y="3872418"/>
            <a:ext cx="8763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68099" y="6257875"/>
            <a:ext cx="403675" cy="60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236" name="Google Shape;236;p17"/>
          <p:cNvPicPr preferRelativeResize="0"/>
          <p:nvPr/>
        </p:nvPicPr>
        <p:blipFill rotWithShape="1">
          <a:blip r:embed="rId5">
            <a:alphaModFix/>
          </a:blip>
          <a:srcRect b="0" l="0" r="0" t="18943"/>
          <a:stretch/>
        </p:blipFill>
        <p:spPr>
          <a:xfrm>
            <a:off x="557575" y="6289100"/>
            <a:ext cx="846575" cy="54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92588" y="1421177"/>
            <a:ext cx="8203650" cy="380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"/>
          <p:cNvSpPr txBox="1"/>
          <p:nvPr>
            <p:ph type="title"/>
          </p:nvPr>
        </p:nvSpPr>
        <p:spPr>
          <a:xfrm>
            <a:off x="3313112" y="1143000"/>
            <a:ext cx="5562599" cy="3632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rmAutofit fontScale="90000"/>
          </a:bodyPr>
          <a:lstStyle/>
          <a:p>
            <a:pPr indent="0" lvl="0" marL="0" rt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lang="iw-IL" sz="4400"/>
              <a:t>צ'קאין</a:t>
            </a:r>
            <a:br>
              <a:rPr lang="iw-IL" sz="4400"/>
            </a:br>
            <a:br>
              <a:rPr lang="iw-IL" sz="4400"/>
            </a:br>
            <a:br>
              <a:rPr lang="iw-IL" sz="4400"/>
            </a:br>
            <a:r>
              <a:rPr lang="iw-IL"/>
              <a:t>"משהו שגיליתי על עצמי כמנטורית בתקופה הזאת..."</a:t>
            </a:r>
            <a:br>
              <a:rPr lang="iw-IL"/>
            </a:br>
            <a:endParaRPr/>
          </a:p>
        </p:txBody>
      </p:sp>
      <p:pic>
        <p:nvPicPr>
          <p:cNvPr descr="תמונה שמכילה אדם, לבוש, פני אדם, חיוך&#10;&#10;תוכן בינה מלאכותית גנרטיבית עשוי להיות שגוי." id="244" name="Google Shape;244;p18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5111" l="0" r="0" t="5111"/>
          <a:stretch/>
        </p:blipFill>
        <p:spPr>
          <a:xfrm>
            <a:off x="9142411" y="1339705"/>
            <a:ext cx="3124198" cy="42166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אדם, פני אדם, אביזר אופנה, בתוך מבנה&#10;&#10;תוכן בינה מלאכותית גנרטיבית עשוי להיות שגוי." id="245" name="Google Shape;245;p18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5111" l="0" r="0" t="5111"/>
          <a:stretch/>
        </p:blipFill>
        <p:spPr>
          <a:xfrm>
            <a:off x="-77790" y="1320650"/>
            <a:ext cx="3124198" cy="4216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21039" y="6030175"/>
            <a:ext cx="49448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247" name="Google Shape;247;p18"/>
          <p:cNvPicPr preferRelativeResize="0"/>
          <p:nvPr/>
        </p:nvPicPr>
        <p:blipFill rotWithShape="1">
          <a:blip r:embed="rId6">
            <a:alphaModFix/>
          </a:blip>
          <a:srcRect b="0" l="0" r="0" t="18943"/>
          <a:stretch/>
        </p:blipFill>
        <p:spPr>
          <a:xfrm>
            <a:off x="-77800" y="6229050"/>
            <a:ext cx="846575" cy="54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"/>
          <p:cNvSpPr txBox="1"/>
          <p:nvPr>
            <p:ph type="title"/>
          </p:nvPr>
        </p:nvSpPr>
        <p:spPr>
          <a:xfrm>
            <a:off x="1830856" y="-152400"/>
            <a:ext cx="8527111" cy="2209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875" wrap="square" tIns="60925">
            <a:normAutofit/>
          </a:bodyPr>
          <a:lstStyle/>
          <a:p>
            <a:pPr indent="0" lvl="0" marL="0" rt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</a:pPr>
            <a:r>
              <a:rPr lang="iw-IL"/>
              <a:t>תרגיל הקשבה: הכנה</a:t>
            </a:r>
            <a:endParaRPr/>
          </a:p>
        </p:txBody>
      </p:sp>
      <p:sp>
        <p:nvSpPr>
          <p:cNvPr id="253" name="Google Shape;253;p19"/>
          <p:cNvSpPr txBox="1"/>
          <p:nvPr>
            <p:ph idx="1" type="body"/>
          </p:nvPr>
        </p:nvSpPr>
        <p:spPr>
          <a:xfrm>
            <a:off x="974932" y="1333002"/>
            <a:ext cx="10362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121875" wrap="square" tIns="60925">
            <a:normAutofit/>
          </a:bodyPr>
          <a:lstStyle/>
          <a:p>
            <a:pPr indent="0" lvl="0" marL="0"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iw-IL" sz="2800"/>
              <a:t>אנא קחו דף ועט וכתבו שמות של 5 אנשים שקיימתם איתם שיחה משמעותית בשבועיים האחרונים. שיחה בת כשעה שתוכנננה מראש (עדיף פנים אל פנים).</a:t>
            </a:r>
            <a:endParaRPr/>
          </a:p>
          <a:p>
            <a:pPr indent="-107950" lvl="0" marL="285750" rtl="1" algn="ctr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254" name="Google Shape;254;p19"/>
          <p:cNvSpPr txBox="1"/>
          <p:nvPr>
            <p:ph idx="12" type="sldNum"/>
          </p:nvPr>
        </p:nvSpPr>
        <p:spPr>
          <a:xfrm>
            <a:off x="10457037" y="6400801"/>
            <a:ext cx="1107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graphicFrame>
        <p:nvGraphicFramePr>
          <p:cNvPr id="255" name="Google Shape;255;p19"/>
          <p:cNvGraphicFramePr/>
          <p:nvPr/>
        </p:nvGraphicFramePr>
        <p:xfrm>
          <a:off x="9115094" y="30517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{9BF64280-C4E5-4EE2-8272-19E505BC84ED}</a:tableStyleId>
              </a:tblPr>
              <a:tblGrid>
                <a:gridCol w="1905000"/>
              </a:tblGrid>
              <a:tr h="11880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400" u="none" cap="none" strike="noStrike"/>
                        <a:t>שם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400" u="none" cap="none" strike="noStrike"/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56" name="Google Shape;256;p19"/>
          <p:cNvGraphicFramePr/>
          <p:nvPr/>
        </p:nvGraphicFramePr>
        <p:xfrm>
          <a:off x="7154078" y="30846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{9BF64280-C4E5-4EE2-8272-19E505BC84ED}</a:tableStyleId>
              </a:tblPr>
              <a:tblGrid>
                <a:gridCol w="1905000"/>
              </a:tblGrid>
              <a:tr h="11880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400" u="none" cap="none" strike="noStrike"/>
                        <a:t>אני – תחושה שיצאתי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57" name="Google Shape;257;p19"/>
          <p:cNvGraphicFramePr/>
          <p:nvPr/>
        </p:nvGraphicFramePr>
        <p:xfrm>
          <a:off x="5165103" y="30916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{9BF64280-C4E5-4EE2-8272-19E505BC84ED}</a:tableStyleId>
              </a:tblPr>
              <a:tblGrid>
                <a:gridCol w="1905000"/>
              </a:tblGrid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400" u="none" cap="none" strike="noStrike"/>
                        <a:t>הוא/היא – תחושה שיצא/ה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58" name="Google Shape;258;p19"/>
          <p:cNvGraphicFramePr/>
          <p:nvPr/>
        </p:nvGraphicFramePr>
        <p:xfrm>
          <a:off x="3206436" y="31061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{9BF64280-C4E5-4EE2-8272-19E505BC84ED}</a:tableStyleId>
              </a:tblPr>
              <a:tblGrid>
                <a:gridCol w="1905000"/>
              </a:tblGrid>
              <a:tr h="11880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400" u="none" cap="none" strike="noStrike"/>
                        <a:t>איכות הקשבה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59" name="Google Shape;259;p19"/>
          <p:cNvGraphicFramePr/>
          <p:nvPr/>
        </p:nvGraphicFramePr>
        <p:xfrm>
          <a:off x="1246181" y="31061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{9BF64280-C4E5-4EE2-8272-19E505BC84ED}</a:tableStyleId>
              </a:tblPr>
              <a:tblGrid>
                <a:gridCol w="1905000"/>
              </a:tblGrid>
              <a:tr h="11880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400" u="none" cap="none" strike="noStrike"/>
                        <a:t>תובנות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w-IL" sz="2400" u="none" cap="none" strike="noStrike">
                          <a:solidFill>
                            <a:srgbClr val="374C8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XXX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260" name="Google Shape;2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86389" y="6100300"/>
            <a:ext cx="49448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261" name="Google Shape;261;p19"/>
          <p:cNvPicPr preferRelativeResize="0"/>
          <p:nvPr/>
        </p:nvPicPr>
        <p:blipFill rotWithShape="1">
          <a:blip r:embed="rId4">
            <a:alphaModFix/>
          </a:blip>
          <a:srcRect b="0" l="0" r="0" t="18943"/>
          <a:stretch/>
        </p:blipFill>
        <p:spPr>
          <a:xfrm>
            <a:off x="212091" y="6229050"/>
            <a:ext cx="846575" cy="544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262" name="Google Shape;26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32597" y="145300"/>
            <a:ext cx="686183" cy="54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"/>
          <p:cNvSpPr txBox="1"/>
          <p:nvPr>
            <p:ph type="title"/>
          </p:nvPr>
        </p:nvSpPr>
        <p:spPr>
          <a:xfrm>
            <a:off x="4378325" y="762000"/>
            <a:ext cx="5825334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0" spcFirstLastPara="1" rIns="121875" wrap="square" tIns="60925">
            <a:noAutofit/>
          </a:bodyPr>
          <a:lstStyle/>
          <a:p>
            <a:pPr indent="0" lvl="0" marL="0" rtl="1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</a:pPr>
            <a:r>
              <a:rPr lang="iw-IL" sz="5400"/>
              <a:t>בשלשות</a:t>
            </a:r>
            <a:endParaRPr sz="5400"/>
          </a:p>
        </p:txBody>
      </p:sp>
      <p:sp>
        <p:nvSpPr>
          <p:cNvPr id="268" name="Google Shape;268;p20"/>
          <p:cNvSpPr txBox="1"/>
          <p:nvPr>
            <p:ph idx="1" type="body"/>
          </p:nvPr>
        </p:nvSpPr>
        <p:spPr>
          <a:xfrm>
            <a:off x="4067772" y="2065338"/>
            <a:ext cx="7315199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121875" wrap="square" tIns="60925">
            <a:normAutofit/>
          </a:bodyPr>
          <a:lstStyle/>
          <a:p>
            <a:pPr indent="0" lvl="0" marL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iw-IL" sz="3600"/>
              <a:t>מה ההבדל בין השורות השונות בטבלה?</a:t>
            </a:r>
            <a:endParaRPr/>
          </a:p>
          <a:p>
            <a:pPr indent="0" lvl="0" marL="0" rtl="1" algn="r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iw-IL" sz="3600"/>
              <a:t>מה מאפשר לי להיות בהקשבה? </a:t>
            </a:r>
            <a:endParaRPr/>
          </a:p>
          <a:p>
            <a:pPr indent="0" lvl="0" marL="0" rtl="1" algn="r">
              <a:lnSpc>
                <a:spcPct val="125000"/>
              </a:lnSpc>
              <a:spcBef>
                <a:spcPts val="1866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iw-IL" sz="3600"/>
              <a:t>מה מאתגר אותי?</a:t>
            </a:r>
            <a:endParaRPr/>
          </a:p>
        </p:txBody>
      </p:sp>
      <p:sp>
        <p:nvSpPr>
          <p:cNvPr id="269" name="Google Shape;269;p20"/>
          <p:cNvSpPr txBox="1"/>
          <p:nvPr>
            <p:ph idx="12" type="sldNum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pic>
        <p:nvPicPr>
          <p:cNvPr descr="תמונה שמכילה טקסט, גופן, עיגול, צילום מסך&#10;&#10;תוכן בינה מלאכותית גנרטיבית עשוי להיות שגוי." id="270" name="Google Shape;270;p20"/>
          <p:cNvPicPr preferRelativeResize="0"/>
          <p:nvPr/>
        </p:nvPicPr>
        <p:blipFill rotWithShape="1">
          <a:blip r:embed="rId3">
            <a:alphaModFix/>
          </a:blip>
          <a:srcRect b="0" l="0" r="0" t="18946"/>
          <a:stretch/>
        </p:blipFill>
        <p:spPr>
          <a:xfrm>
            <a:off x="231775" y="5943600"/>
            <a:ext cx="1185663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4664" y="5943600"/>
            <a:ext cx="49448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לבוש, אדם, איש, בתוך מבנה&#10;&#10;תוכן בינה מלאכותית גנרטיבית עשוי להיות שגוי." id="272" name="Google Shape;272;p20"/>
          <p:cNvPicPr preferRelativeResize="0"/>
          <p:nvPr>
            <p:ph idx="2" type="pic"/>
          </p:nvPr>
        </p:nvPicPr>
        <p:blipFill rotWithShape="1">
          <a:blip r:embed="rId5">
            <a:alphaModFix/>
          </a:blip>
          <a:srcRect b="1367" l="0" r="0" t="1367"/>
          <a:stretch/>
        </p:blipFill>
        <p:spPr>
          <a:xfrm>
            <a:off x="231775" y="17527"/>
            <a:ext cx="3944303" cy="6822061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0"/>
          <p:cNvSpPr/>
          <p:nvPr/>
        </p:nvSpPr>
        <p:spPr>
          <a:xfrm>
            <a:off x="5942013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6094413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1"/>
          <p:cNvSpPr txBox="1"/>
          <p:nvPr>
            <p:ph idx="12" type="sldNum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pic>
        <p:nvPicPr>
          <p:cNvPr descr="תמונה שמכילה פני אדם, לבוש, איש, אדם&#10;&#10;תוכן בינה מלאכותית גנרטיבית עשוי להיות שגוי." id="280" name="Google Shape;280;p21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7726" y="0"/>
            <a:ext cx="6233371" cy="298558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1"/>
          <p:cNvSpPr txBox="1"/>
          <p:nvPr/>
        </p:nvSpPr>
        <p:spPr>
          <a:xfrm>
            <a:off x="3014579" y="3119735"/>
            <a:ext cx="619651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 u="sng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https://youtu.be/a-Qhz-X8Ws0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1404147" y="3872418"/>
            <a:ext cx="8763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iw-IL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מה התפקיד שלנו כמנטורים, להיות KIND או NICE?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457200" marR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iw-IL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האם יש מקום להתנחמדות במנטרינג?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457200" marR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iw-IL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האם להיות אדיב אומר להיות שיפוטי?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457200" marR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iw-IL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באילו ממיומניות המנטרינג אני צריך לשלוט כדי להיות אדיב ?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68099" y="6257875"/>
            <a:ext cx="403675" cy="60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284" name="Google Shape;284;p21"/>
          <p:cNvPicPr preferRelativeResize="0"/>
          <p:nvPr/>
        </p:nvPicPr>
        <p:blipFill rotWithShape="1">
          <a:blip r:embed="rId8">
            <a:alphaModFix/>
          </a:blip>
          <a:srcRect b="0" l="0" r="0" t="18943"/>
          <a:stretch/>
        </p:blipFill>
        <p:spPr>
          <a:xfrm>
            <a:off x="557575" y="6289100"/>
            <a:ext cx="846575" cy="54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2"/>
          <p:cNvSpPr txBox="1"/>
          <p:nvPr>
            <p:ph idx="12" type="sldNum"/>
          </p:nvPr>
        </p:nvSpPr>
        <p:spPr>
          <a:xfrm>
            <a:off x="10544403" y="6400801"/>
            <a:ext cx="1107518" cy="32067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pic>
        <p:nvPicPr>
          <p:cNvPr descr="תמונה שמכילה לבוש, ג'ינס, הנעלה, אדם&#10;&#10;תוכן בינה מלאכותית גנרטיבית עשוי להיות שגוי." id="290" name="Google Shape;290;p2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150" l="0" r="0" t="4150"/>
          <a:stretch/>
        </p:blipFill>
        <p:spPr>
          <a:xfrm>
            <a:off x="248564" y="1851656"/>
            <a:ext cx="4148048" cy="500634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1" name="Google Shape;291;p22"/>
          <p:cNvGraphicFramePr/>
          <p:nvPr/>
        </p:nvGraphicFramePr>
        <p:xfrm>
          <a:off x="5145508" y="358446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80B2CA"/>
                    </a:gs>
                    <a:gs pos="50000">
                      <a:srgbClr val="6AABC8"/>
                    </a:gs>
                    <a:gs pos="100000">
                      <a:srgbClr val="5998B5"/>
                    </a:gs>
                  </a:gsLst>
                  <a:lin ang="5400000" scaled="0"/>
                </a:gradFill>
                <a:tableStyleId>{2C167DF8-8555-432E-979B-AE947D105633}</a:tableStyleId>
              </a:tblPr>
              <a:tblGrid>
                <a:gridCol w="2643650"/>
                <a:gridCol w="2628875"/>
                <a:gridCol w="1029800"/>
              </a:tblGrid>
              <a:tr h="4947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Kind  אדיבות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Nice  התנחמדות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410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באחר - הצמיחה שלהם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בעצמי - איך אני מרגיש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המיקוד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410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אמת וצמיחה (Grouth)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נוחות (comfort)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המטרה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534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התמודדות עם אי נוחות למען תוצאה טובה יותר בעתיד 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הימנעות מקונפליקט כדי לשמור על שקט עכשיו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הגישה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410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בניית אמון, כבוד ובהירות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הרמוניה מזויפת ואובדן סמכות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תוצאה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534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אכפת לי ממך מספיק כדי להגיד לך את האמת הקשה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אני לא אגיד לך את האמת כדי שלא ארגיש רע עם עצמי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entury Gothic"/>
                        <a:buNone/>
                      </a:pPr>
                      <a:r>
                        <a:rPr lang="iw-IL" sz="2400" u="none" cap="none" strike="noStrike"/>
                        <a:t>אמירה 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92" name="Google Shape;29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51925" y="6344538"/>
            <a:ext cx="288325" cy="433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3"/>
          <p:cNvSpPr txBox="1"/>
          <p:nvPr>
            <p:ph idx="12" type="sldNum"/>
          </p:nvPr>
        </p:nvSpPr>
        <p:spPr>
          <a:xfrm>
            <a:off x="10167146" y="6400801"/>
            <a:ext cx="1107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3159554" y="96585"/>
            <a:ext cx="619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 u="sng">
                <a:solidFill>
                  <a:schemeClr val="hlink"/>
                </a:solidFill>
                <a:hlinkClick r:id="rId4"/>
              </a:rPr>
              <a:t>משוב מפגש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9" name="Google Shape;299;p23"/>
          <p:cNvSpPr txBox="1"/>
          <p:nvPr/>
        </p:nvSpPr>
        <p:spPr>
          <a:xfrm>
            <a:off x="1404147" y="3872418"/>
            <a:ext cx="8763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68099" y="6257875"/>
            <a:ext cx="403675" cy="60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301" name="Google Shape;301;p23"/>
          <p:cNvPicPr preferRelativeResize="0"/>
          <p:nvPr/>
        </p:nvPicPr>
        <p:blipFill rotWithShape="1">
          <a:blip r:embed="rId6">
            <a:alphaModFix/>
          </a:blip>
          <a:srcRect b="0" l="0" r="0" t="18943"/>
          <a:stretch/>
        </p:blipFill>
        <p:spPr>
          <a:xfrm>
            <a:off x="557575" y="6289100"/>
            <a:ext cx="846575" cy="54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3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65450" y="1060846"/>
            <a:ext cx="5615775" cy="5676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4"/>
          <p:cNvSpPr txBox="1"/>
          <p:nvPr>
            <p:ph type="title"/>
          </p:nvPr>
        </p:nvSpPr>
        <p:spPr>
          <a:xfrm>
            <a:off x="3084512" y="2692255"/>
            <a:ext cx="5562599" cy="223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rmAutofit/>
          </a:bodyPr>
          <a:lstStyle/>
          <a:p>
            <a:pPr indent="0" lvl="0" marL="0" rt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Arial"/>
              <a:buNone/>
            </a:pPr>
            <a:r>
              <a:rPr lang="iw-IL"/>
              <a:t>מפגש 8</a:t>
            </a:r>
            <a:br>
              <a:rPr lang="iw-IL"/>
            </a:br>
            <a:r>
              <a:rPr lang="iw-IL" sz="3600"/>
              <a:t>הקשבה והחזרת האומץ</a:t>
            </a:r>
            <a:endParaRPr/>
          </a:p>
        </p:txBody>
      </p:sp>
      <p:pic>
        <p:nvPicPr>
          <p:cNvPr descr="תמונה שמכילה טקסט, גופן, עיגול, צילום מסך&#10;&#10;תוכן בינה מלאכותית גנרטיבית עשוי להיות שגוי." id="308" name="Google Shape;30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9012" y="1378041"/>
            <a:ext cx="2133600" cy="1691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לבוש, אדם, ריקוד, איש&#10;&#10;תוכן בינה מלאכותית גנרטיבית עשוי להיות שגוי." id="309" name="Google Shape;309;p24"/>
          <p:cNvPicPr preferRelativeResize="0"/>
          <p:nvPr/>
        </p:nvPicPr>
        <p:blipFill rotWithShape="1">
          <a:blip r:embed="rId4">
            <a:alphaModFix/>
          </a:blip>
          <a:srcRect b="0" l="0" r="4172" t="0"/>
          <a:stretch/>
        </p:blipFill>
        <p:spPr>
          <a:xfrm>
            <a:off x="3159123" y="3848756"/>
            <a:ext cx="9029701" cy="3847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86389" y="6100300"/>
            <a:ext cx="494480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Custom 173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000000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