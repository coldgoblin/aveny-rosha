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embeddedFontLst>
    <p:embeddedFont>
      <p:font typeface="PT Sans Narrow"/>
      <p:regular r:id="rId32"/>
      <p:bold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rt8bhkKkYB/mFJybvx1CE1dqt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PTSansNarrow-bold.fntdata"/><Relationship Id="rId10" Type="http://schemas.openxmlformats.org/officeDocument/2006/relationships/slide" Target="slides/slide6.xml"/><Relationship Id="rId32" Type="http://schemas.openxmlformats.org/officeDocument/2006/relationships/font" Target="fonts/PTSansNarrow-regular.fntdata"/><Relationship Id="rId13" Type="http://schemas.openxmlformats.org/officeDocument/2006/relationships/slide" Target="slides/slide9.xml"/><Relationship Id="rId35" Type="http://schemas.openxmlformats.org/officeDocument/2006/relationships/font" Target="fonts/OpenSans-bold.fntdata"/><Relationship Id="rId12" Type="http://schemas.openxmlformats.org/officeDocument/2006/relationships/slide" Target="slides/slide8.xml"/><Relationship Id="rId34" Type="http://schemas.openxmlformats.org/officeDocument/2006/relationships/font" Target="fonts/OpenSans-regular.fntdata"/><Relationship Id="rId15" Type="http://schemas.openxmlformats.org/officeDocument/2006/relationships/slide" Target="slides/slide11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10.xml"/><Relationship Id="rId36" Type="http://schemas.openxmlformats.org/officeDocument/2006/relationships/font" Target="fonts/OpenSans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fdd17d76a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9fdd17d76a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9fdd17d76a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fcc1bee09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9fcc1bee09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9fcc1bee09_0_2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fdd17d76a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9fdd17d76a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9fdd17d76a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fdd17d76a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9fdd17d76a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9fdd17d76a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6fb784d2f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6fb784d2fc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6fb784d2fc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6fb784d2fc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6fb784d2fc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6fb784d2fc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6fb784d2fc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6fb784d2fc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6fb784d2fc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fb784d2fc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6fb784d2fc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6fb784d2fc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fb784d2fc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6fb784d2fc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6fb784d2fc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6fb784d2fc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36fb784d2fc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6fb784d2fc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6fb784d2fc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6fb784d2fc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6fb784d2fc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6fb784d2fc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6fb784d2fc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6fb784d2fc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fdd17d76a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9fdd17d76a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9fdd17d76a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9fcc1bee09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9fcc1bee09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9fcc1bee09_0_2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fcc1bee09_0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9fcc1bee09_0_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9fcc1bee09_0_2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fcc1bee09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9fcc1bee09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9fcc1bee09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2f4a16c7f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a2f4a16c7f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a2f4a16c7f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fcc1bee09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9fcc1bee09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9fcc1bee09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2f4a16c7f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a2f4a16c7f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a2f4a16c7f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a2f4a16c7f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a2f4a16c7f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a2f4a16c7f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2f4a16c7f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a2f4a16c7f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a2f4a16c7f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9fdd17d76a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g39fdd17d76a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9fdd17d76a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g39fcc1bee09_0_4"/>
          <p:cNvCxnSpPr/>
          <p:nvPr/>
        </p:nvCxnSpPr>
        <p:spPr>
          <a:xfrm>
            <a:off x="9343647" y="4235850"/>
            <a:ext cx="749700" cy="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g39fcc1bee09_0_4"/>
          <p:cNvCxnSpPr/>
          <p:nvPr/>
        </p:nvCxnSpPr>
        <p:spPr>
          <a:xfrm>
            <a:off x="2100047" y="4211002"/>
            <a:ext cx="749700" cy="0"/>
          </a:xfrm>
          <a:prstGeom prst="straightConnector1">
            <a:avLst/>
          </a:prstGeom>
          <a:noFill/>
          <a:ln cap="flat" cmpd="sng" w="1016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" name="Google Shape;16;g39fcc1bee09_0_4"/>
          <p:cNvGrpSpPr/>
          <p:nvPr/>
        </p:nvGrpSpPr>
        <p:grpSpPr>
          <a:xfrm>
            <a:off x="1338859" y="1362666"/>
            <a:ext cx="9515557" cy="203195"/>
            <a:chOff x="1346429" y="1011300"/>
            <a:chExt cx="6452100" cy="152400"/>
          </a:xfrm>
        </p:grpSpPr>
        <p:cxnSp>
          <p:nvCxnSpPr>
            <p:cNvPr id="17" name="Google Shape;17;g39fcc1bee09_0_4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" name="Google Shape;18;g39fcc1bee09_0_4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" name="Google Shape;19;g39fcc1bee09_0_4"/>
          <p:cNvGrpSpPr/>
          <p:nvPr/>
        </p:nvGrpSpPr>
        <p:grpSpPr>
          <a:xfrm>
            <a:off x="1338868" y="5292001"/>
            <a:ext cx="9515557" cy="203195"/>
            <a:chOff x="1346435" y="3969088"/>
            <a:chExt cx="6452100" cy="152400"/>
          </a:xfrm>
        </p:grpSpPr>
        <p:cxnSp>
          <p:nvCxnSpPr>
            <p:cNvPr id="20" name="Google Shape;20;g39fcc1bee09_0_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1016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g39fcc1bee09_0_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" name="Google Shape;22;g39fcc1bee09_0_4"/>
          <p:cNvSpPr txBox="1"/>
          <p:nvPr>
            <p:ph type="ctrTitle"/>
          </p:nvPr>
        </p:nvSpPr>
        <p:spPr>
          <a:xfrm>
            <a:off x="1338867" y="2335685"/>
            <a:ext cx="9515700" cy="13632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3" name="Google Shape;23;g39fcc1bee09_0_4"/>
          <p:cNvSpPr txBox="1"/>
          <p:nvPr>
            <p:ph idx="1" type="subTitle"/>
          </p:nvPr>
        </p:nvSpPr>
        <p:spPr>
          <a:xfrm>
            <a:off x="2849633" y="3800052"/>
            <a:ext cx="64941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4" name="Google Shape;24;g39fcc1bee09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9fcc1bee09_0_16"/>
          <p:cNvSpPr/>
          <p:nvPr/>
        </p:nvSpPr>
        <p:spPr>
          <a:xfrm>
            <a:off x="-67" y="3429200"/>
            <a:ext cx="12192000" cy="342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g39fcc1bee09_0_16"/>
          <p:cNvSpPr txBox="1"/>
          <p:nvPr>
            <p:ph type="title"/>
          </p:nvPr>
        </p:nvSpPr>
        <p:spPr>
          <a:xfrm>
            <a:off x="415600" y="1086400"/>
            <a:ext cx="11428500" cy="125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8" name="Google Shape;28;g39fcc1bee09_0_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9fcc1bee09_0_20"/>
          <p:cNvSpPr/>
          <p:nvPr/>
        </p:nvSpPr>
        <p:spPr>
          <a:xfrm>
            <a:off x="-100" y="6727600"/>
            <a:ext cx="12192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9fcc1bee09_0_20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" name="Google Shape;32;g39fcc1bee09_0_20"/>
          <p:cNvSpPr txBox="1"/>
          <p:nvPr>
            <p:ph idx="1" type="body"/>
          </p:nvPr>
        </p:nvSpPr>
        <p:spPr>
          <a:xfrm>
            <a:off x="415600" y="1688433"/>
            <a:ext cx="113607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3" name="Google Shape;33;g39fcc1bee09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9fcc1bee09_0_25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6" name="Google Shape;36;g39fcc1bee09_0_25"/>
          <p:cNvSpPr txBox="1"/>
          <p:nvPr>
            <p:ph idx="1" type="body"/>
          </p:nvPr>
        </p:nvSpPr>
        <p:spPr>
          <a:xfrm>
            <a:off x="415600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g39fcc1bee09_0_25"/>
          <p:cNvSpPr txBox="1"/>
          <p:nvPr>
            <p:ph idx="2" type="body"/>
          </p:nvPr>
        </p:nvSpPr>
        <p:spPr>
          <a:xfrm>
            <a:off x="6443200" y="1688233"/>
            <a:ext cx="5333100" cy="440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8" name="Google Shape;38;g39fcc1bee09_0_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fcc1bee09_0_30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1" name="Google Shape;41;g39fcc1bee09_0_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fcc1bee09_0_3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4" name="Google Shape;44;g39fcc1bee09_0_3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5" name="Google Shape;45;g39fcc1bee09_0_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9fcc1bee09_0_37"/>
          <p:cNvSpPr txBox="1"/>
          <p:nvPr>
            <p:ph type="title"/>
          </p:nvPr>
        </p:nvSpPr>
        <p:spPr>
          <a:xfrm>
            <a:off x="653667" y="701800"/>
            <a:ext cx="74847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b="0"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g39fcc1bee09_0_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fcc1bee09_0_4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" name="Google Shape;51;g39fcc1bee09_0_40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g39fcc1bee09_0_40"/>
          <p:cNvSpPr txBox="1"/>
          <p:nvPr>
            <p:ph type="title"/>
          </p:nvPr>
        </p:nvSpPr>
        <p:spPr>
          <a:xfrm>
            <a:off x="354000" y="1386233"/>
            <a:ext cx="5393700" cy="2234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3" name="Google Shape;53;g39fcc1bee09_0_40"/>
          <p:cNvSpPr txBox="1"/>
          <p:nvPr>
            <p:ph idx="1" type="subTitle"/>
          </p:nvPr>
        </p:nvSpPr>
        <p:spPr>
          <a:xfrm>
            <a:off x="354000" y="36358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g39fcc1bee09_0_40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g39fcc1bee09_0_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fcc1bee09_0_47"/>
          <p:cNvSpPr txBox="1"/>
          <p:nvPr>
            <p:ph idx="1" type="body"/>
          </p:nvPr>
        </p:nvSpPr>
        <p:spPr>
          <a:xfrm>
            <a:off x="415600" y="5640967"/>
            <a:ext cx="7998300" cy="79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PT Sans Narrow"/>
              <a:buNone/>
              <a:defRPr sz="32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8" name="Google Shape;58;g39fcc1bee09_0_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fcc1bee09_0_50"/>
          <p:cNvSpPr/>
          <p:nvPr/>
        </p:nvSpPr>
        <p:spPr>
          <a:xfrm>
            <a:off x="-100" y="6727600"/>
            <a:ext cx="12192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9fcc1bee09_0_50"/>
          <p:cNvSpPr txBox="1"/>
          <p:nvPr>
            <p:ph hasCustomPrompt="1" type="title"/>
          </p:nvPr>
        </p:nvSpPr>
        <p:spPr>
          <a:xfrm>
            <a:off x="415600" y="1739800"/>
            <a:ext cx="11360700" cy="2051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300"/>
              <a:buNone/>
              <a:defRPr sz="173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2" name="Google Shape;62;g39fcc1bee09_0_50"/>
          <p:cNvSpPr txBox="1"/>
          <p:nvPr>
            <p:ph idx="1" type="body"/>
          </p:nvPr>
        </p:nvSpPr>
        <p:spPr>
          <a:xfrm>
            <a:off x="415600" y="3994200"/>
            <a:ext cx="11360700" cy="142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63" name="Google Shape;63;g39fcc1bee09_0_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fcc1bee09_0_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fcc1bee09_0_57"/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g39fcc1bee09_0_57"/>
          <p:cNvGrpSpPr/>
          <p:nvPr/>
        </p:nvGrpSpPr>
        <p:grpSpPr>
          <a:xfrm>
            <a:off x="0" y="-3418"/>
            <a:ext cx="12192558" cy="6861974"/>
            <a:chOff x="0" y="-3418"/>
            <a:chExt cx="12192558" cy="6861974"/>
          </a:xfrm>
        </p:grpSpPr>
        <p:sp>
          <p:nvSpPr>
            <p:cNvPr id="69" name="Google Shape;69;g39fcc1bee09_0_57"/>
            <p:cNvSpPr/>
            <p:nvPr/>
          </p:nvSpPr>
          <p:spPr>
            <a:xfrm>
              <a:off x="583746" y="4960030"/>
              <a:ext cx="1551300" cy="1551300"/>
            </a:xfrm>
            <a:prstGeom prst="ellipse">
              <a:avLst/>
            </a:prstGeom>
            <a:solidFill>
              <a:schemeClr val="dk2"/>
            </a:solidFill>
            <a:ln cap="flat" cmpd="sng" w="12700">
              <a:solidFill>
                <a:srgbClr val="004BBA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g39fcc1bee09_0_57"/>
            <p:cNvSpPr/>
            <p:nvPr/>
          </p:nvSpPr>
          <p:spPr>
            <a:xfrm>
              <a:off x="1" y="4571999"/>
              <a:ext cx="1117875" cy="1117875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g39fcc1bee09_0_57"/>
            <p:cNvSpPr/>
            <p:nvPr/>
          </p:nvSpPr>
          <p:spPr>
            <a:xfrm>
              <a:off x="1" y="5739492"/>
              <a:ext cx="1117875" cy="1117875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" name="Google Shape;72;g39fcc1bee09_0_57"/>
            <p:cNvGrpSpPr/>
            <p:nvPr/>
          </p:nvGrpSpPr>
          <p:grpSpPr>
            <a:xfrm>
              <a:off x="8264878" y="-3418"/>
              <a:ext cx="3927680" cy="3165108"/>
              <a:chOff x="9857014" y="13834"/>
              <a:chExt cx="2334986" cy="1881641"/>
            </a:xfrm>
          </p:grpSpPr>
          <p:sp>
            <p:nvSpPr>
              <p:cNvPr id="73" name="Google Shape;73;g39fcc1bee09_0_57"/>
              <p:cNvSpPr/>
              <p:nvPr/>
            </p:nvSpPr>
            <p:spPr>
              <a:xfrm rot="-5400000">
                <a:off x="10667433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g39fcc1bee09_0_57"/>
              <p:cNvSpPr/>
              <p:nvPr/>
            </p:nvSpPr>
            <p:spPr>
              <a:xfrm flipH="1" rot="5400000">
                <a:off x="9499940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" name="Google Shape;75;g39fcc1bee09_0_57"/>
            <p:cNvSpPr/>
            <p:nvPr/>
          </p:nvSpPr>
          <p:spPr>
            <a:xfrm>
              <a:off x="0" y="-1"/>
              <a:ext cx="1166792" cy="1166792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g39fcc1bee09_0_57"/>
            <p:cNvSpPr/>
            <p:nvPr/>
          </p:nvSpPr>
          <p:spPr>
            <a:xfrm>
              <a:off x="11024507" y="4580708"/>
              <a:ext cx="1167493" cy="2277847"/>
            </a:xfrm>
            <a:custGeom>
              <a:rect b="b" l="l" r="r" t="t"/>
              <a:pathLst>
                <a:path extrusionOk="0" h="2272167" w="1167493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g39fcc1bee09_0_57"/>
          <p:cNvSpPr txBox="1"/>
          <p:nvPr>
            <p:ph type="ctrTitle"/>
          </p:nvPr>
        </p:nvSpPr>
        <p:spPr>
          <a:xfrm>
            <a:off x="1167493" y="232913"/>
            <a:ext cx="7096800" cy="383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g39fcc1bee09_0_69"/>
          <p:cNvGrpSpPr/>
          <p:nvPr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80" name="Google Shape;80;g39fcc1bee09_0_69"/>
            <p:cNvSpPr/>
            <p:nvPr/>
          </p:nvSpPr>
          <p:spPr>
            <a:xfrm flipH="1">
              <a:off x="8581528" y="1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g39fcc1bee09_0_69"/>
            <p:cNvSpPr/>
            <p:nvPr/>
          </p:nvSpPr>
          <p:spPr>
            <a:xfrm flipH="1">
              <a:off x="8581528" y="3246896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g39fcc1bee09_0_69"/>
            <p:cNvSpPr/>
            <p:nvPr/>
          </p:nvSpPr>
          <p:spPr>
            <a:xfrm>
              <a:off x="1" y="0"/>
              <a:ext cx="933865" cy="933865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" name="Google Shape;83;g39fcc1bee09_0_69"/>
            <p:cNvGrpSpPr/>
            <p:nvPr/>
          </p:nvGrpSpPr>
          <p:grpSpPr>
            <a:xfrm>
              <a:off x="8082091" y="5590903"/>
              <a:ext cx="1572380" cy="1267097"/>
              <a:chOff x="7413403" y="4976359"/>
              <a:chExt cx="2334986" cy="1881641"/>
            </a:xfrm>
          </p:grpSpPr>
          <p:sp>
            <p:nvSpPr>
              <p:cNvPr id="84" name="Google Shape;84;g39fcc1bee09_0_69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g39fcc1bee09_0_69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6" name="Google Shape;86;g39fcc1bee09_0_69"/>
          <p:cNvSpPr txBox="1"/>
          <p:nvPr>
            <p:ph type="title"/>
          </p:nvPr>
        </p:nvSpPr>
        <p:spPr>
          <a:xfrm>
            <a:off x="1158864" y="102021"/>
            <a:ext cx="9779100" cy="174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87" name="Google Shape;87;g39fcc1bee09_0_69"/>
          <p:cNvSpPr txBox="1"/>
          <p:nvPr>
            <p:ph idx="1" type="body"/>
          </p:nvPr>
        </p:nvSpPr>
        <p:spPr>
          <a:xfrm>
            <a:off x="1158865" y="2017467"/>
            <a:ext cx="97791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8" name="Google Shape;88;g39fcc1bee09_0_69"/>
          <p:cNvSpPr txBox="1"/>
          <p:nvPr>
            <p:ph idx="10" type="dt"/>
          </p:nvPr>
        </p:nvSpPr>
        <p:spPr>
          <a:xfrm>
            <a:off x="3810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9fcc1bee09_0_6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9fcc1bee09_0_69"/>
          <p:cNvSpPr txBox="1"/>
          <p:nvPr>
            <p:ph idx="12" type="sldNum"/>
          </p:nvPr>
        </p:nvSpPr>
        <p:spPr>
          <a:xfrm>
            <a:off x="10153276" y="6356350"/>
            <a:ext cx="1657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lumn Content">
  <p:cSld name="Title and 2 Column Conte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g39fcc1bee09_0_82"/>
          <p:cNvGrpSpPr/>
          <p:nvPr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93" name="Google Shape;93;g39fcc1bee09_0_82"/>
            <p:cNvSpPr/>
            <p:nvPr/>
          </p:nvSpPr>
          <p:spPr>
            <a:xfrm flipH="1">
              <a:off x="8581528" y="1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9fcc1bee09_0_82"/>
            <p:cNvSpPr/>
            <p:nvPr/>
          </p:nvSpPr>
          <p:spPr>
            <a:xfrm flipH="1">
              <a:off x="8581528" y="3246896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9fcc1bee09_0_82"/>
            <p:cNvSpPr/>
            <p:nvPr/>
          </p:nvSpPr>
          <p:spPr>
            <a:xfrm>
              <a:off x="1" y="0"/>
              <a:ext cx="933865" cy="933865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" name="Google Shape;96;g39fcc1bee09_0_82"/>
            <p:cNvGrpSpPr/>
            <p:nvPr/>
          </p:nvGrpSpPr>
          <p:grpSpPr>
            <a:xfrm>
              <a:off x="8082091" y="5590903"/>
              <a:ext cx="1572380" cy="1267097"/>
              <a:chOff x="7413403" y="4976359"/>
              <a:chExt cx="2334986" cy="1881641"/>
            </a:xfrm>
          </p:grpSpPr>
          <p:sp>
            <p:nvSpPr>
              <p:cNvPr id="97" name="Google Shape;97;g39fcc1bee09_0_82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g39fcc1bee09_0_82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9" name="Google Shape;99;g39fcc1bee09_0_82"/>
          <p:cNvSpPr txBox="1"/>
          <p:nvPr>
            <p:ph type="title"/>
          </p:nvPr>
        </p:nvSpPr>
        <p:spPr>
          <a:xfrm>
            <a:off x="1167492" y="136526"/>
            <a:ext cx="96012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00" name="Google Shape;100;g39fcc1bee09_0_82"/>
          <p:cNvSpPr txBox="1"/>
          <p:nvPr>
            <p:ph idx="1" type="body"/>
          </p:nvPr>
        </p:nvSpPr>
        <p:spPr>
          <a:xfrm>
            <a:off x="1167493" y="2023984"/>
            <a:ext cx="4663500" cy="3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1" name="Google Shape;101;g39fcc1bee09_0_82"/>
          <p:cNvSpPr txBox="1"/>
          <p:nvPr>
            <p:ph idx="2" type="body"/>
          </p:nvPr>
        </p:nvSpPr>
        <p:spPr>
          <a:xfrm>
            <a:off x="6283235" y="2023984"/>
            <a:ext cx="4663500" cy="3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02" name="Google Shape;102;g39fcc1bee09_0_82"/>
          <p:cNvSpPr txBox="1"/>
          <p:nvPr>
            <p:ph idx="10" type="dt"/>
          </p:nvPr>
        </p:nvSpPr>
        <p:spPr>
          <a:xfrm>
            <a:off x="3810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9fcc1bee09_0_8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9fcc1bee09_0_82"/>
          <p:cNvSpPr txBox="1"/>
          <p:nvPr>
            <p:ph idx="12" type="sldNum"/>
          </p:nvPr>
        </p:nvSpPr>
        <p:spPr>
          <a:xfrm>
            <a:off x="10153276" y="6356350"/>
            <a:ext cx="1657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Title and Right Image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g39fcc1bee09_0_96"/>
          <p:cNvGrpSpPr/>
          <p:nvPr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107" name="Google Shape;107;g39fcc1bee09_0_96"/>
            <p:cNvSpPr/>
            <p:nvPr/>
          </p:nvSpPr>
          <p:spPr>
            <a:xfrm flipH="1">
              <a:off x="8581528" y="1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g39fcc1bee09_0_96"/>
            <p:cNvSpPr/>
            <p:nvPr/>
          </p:nvSpPr>
          <p:spPr>
            <a:xfrm flipH="1">
              <a:off x="8581528" y="3246896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9fcc1bee09_0_96"/>
            <p:cNvSpPr/>
            <p:nvPr/>
          </p:nvSpPr>
          <p:spPr>
            <a:xfrm>
              <a:off x="1" y="0"/>
              <a:ext cx="933865" cy="933865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" name="Google Shape;110;g39fcc1bee09_0_96"/>
            <p:cNvGrpSpPr/>
            <p:nvPr/>
          </p:nvGrpSpPr>
          <p:grpSpPr>
            <a:xfrm>
              <a:off x="8082091" y="5590903"/>
              <a:ext cx="1572380" cy="1267097"/>
              <a:chOff x="7413403" y="4976359"/>
              <a:chExt cx="2334986" cy="1881641"/>
            </a:xfrm>
          </p:grpSpPr>
          <p:sp>
            <p:nvSpPr>
              <p:cNvPr id="111" name="Google Shape;111;g39fcc1bee09_0_96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g39fcc1bee09_0_96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3" name="Google Shape;113;g39fcc1bee09_0_96"/>
          <p:cNvSpPr txBox="1"/>
          <p:nvPr>
            <p:ph type="title"/>
          </p:nvPr>
        </p:nvSpPr>
        <p:spPr>
          <a:xfrm>
            <a:off x="1167492" y="13716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4" name="Google Shape;114;g39fcc1bee09_0_96"/>
          <p:cNvSpPr/>
          <p:nvPr>
            <p:ph idx="2" type="pic"/>
          </p:nvPr>
        </p:nvSpPr>
        <p:spPr>
          <a:xfrm>
            <a:off x="7183438" y="1168400"/>
            <a:ext cx="4500600" cy="452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5" name="Google Shape;115;g39fcc1bee09_0_96"/>
          <p:cNvSpPr txBox="1"/>
          <p:nvPr>
            <p:ph idx="10" type="dt"/>
          </p:nvPr>
        </p:nvSpPr>
        <p:spPr>
          <a:xfrm>
            <a:off x="3810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9fcc1bee09_0_9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9fcc1bee09_0_96"/>
          <p:cNvSpPr txBox="1"/>
          <p:nvPr>
            <p:ph idx="12" type="sldNum"/>
          </p:nvPr>
        </p:nvSpPr>
        <p:spPr>
          <a:xfrm>
            <a:off x="10153276" y="6356350"/>
            <a:ext cx="1657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eft Image">
  <p:cSld name="Title and Left Image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g39fcc1bee09_0_109"/>
          <p:cNvGrpSpPr/>
          <p:nvPr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120" name="Google Shape;120;g39fcc1bee09_0_109"/>
            <p:cNvSpPr/>
            <p:nvPr/>
          </p:nvSpPr>
          <p:spPr>
            <a:xfrm flipH="1">
              <a:off x="8581528" y="1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g39fcc1bee09_0_109"/>
            <p:cNvSpPr/>
            <p:nvPr/>
          </p:nvSpPr>
          <p:spPr>
            <a:xfrm flipH="1">
              <a:off x="8581528" y="3246896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g39fcc1bee09_0_109"/>
            <p:cNvSpPr/>
            <p:nvPr/>
          </p:nvSpPr>
          <p:spPr>
            <a:xfrm>
              <a:off x="1" y="0"/>
              <a:ext cx="933865" cy="933865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" name="Google Shape;123;g39fcc1bee09_0_109"/>
            <p:cNvGrpSpPr/>
            <p:nvPr/>
          </p:nvGrpSpPr>
          <p:grpSpPr>
            <a:xfrm>
              <a:off x="8082091" y="5590903"/>
              <a:ext cx="1572380" cy="1267097"/>
              <a:chOff x="7413403" y="4976359"/>
              <a:chExt cx="2334986" cy="1881641"/>
            </a:xfrm>
          </p:grpSpPr>
          <p:sp>
            <p:nvSpPr>
              <p:cNvPr id="124" name="Google Shape;124;g39fcc1bee09_0_109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g39fcc1bee09_0_109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6" name="Google Shape;126;g39fcc1bee09_0_109"/>
          <p:cNvSpPr txBox="1"/>
          <p:nvPr>
            <p:ph type="title"/>
          </p:nvPr>
        </p:nvSpPr>
        <p:spPr>
          <a:xfrm>
            <a:off x="5943600" y="457200"/>
            <a:ext cx="51207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27" name="Google Shape;127;g39fcc1bee09_0_109"/>
          <p:cNvSpPr txBox="1"/>
          <p:nvPr>
            <p:ph idx="1" type="subTitle"/>
          </p:nvPr>
        </p:nvSpPr>
        <p:spPr>
          <a:xfrm>
            <a:off x="5943598" y="3657600"/>
            <a:ext cx="51207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28" name="Google Shape;128;g39fcc1bee09_0_109"/>
          <p:cNvSpPr/>
          <p:nvPr>
            <p:ph idx="2" type="pic"/>
          </p:nvPr>
        </p:nvSpPr>
        <p:spPr>
          <a:xfrm>
            <a:off x="904238" y="1157224"/>
            <a:ext cx="4500600" cy="4521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9" name="Google Shape;129;g39fcc1bee09_0_109"/>
          <p:cNvSpPr txBox="1"/>
          <p:nvPr>
            <p:ph idx="10" type="dt"/>
          </p:nvPr>
        </p:nvSpPr>
        <p:spPr>
          <a:xfrm>
            <a:off x="3810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g39fcc1bee09_0_10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9fcc1bee09_0_109"/>
          <p:cNvSpPr txBox="1"/>
          <p:nvPr>
            <p:ph idx="12" type="sldNum"/>
          </p:nvPr>
        </p:nvSpPr>
        <p:spPr>
          <a:xfrm>
            <a:off x="10153276" y="6356350"/>
            <a:ext cx="1657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g39fcc1bee09_0_12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4" name="Google Shape;134;g39fcc1bee09_0_123"/>
            <p:cNvSpPr/>
            <p:nvPr/>
          </p:nvSpPr>
          <p:spPr>
            <a:xfrm>
              <a:off x="0" y="0"/>
              <a:ext cx="8025490" cy="6858000"/>
            </a:xfrm>
            <a:custGeom>
              <a:rect b="b" l="l" r="r" t="t"/>
              <a:pathLst>
                <a:path extrusionOk="0" h="6858000" w="802549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" name="Google Shape;135;g39fcc1bee09_0_123"/>
            <p:cNvGrpSpPr/>
            <p:nvPr/>
          </p:nvGrpSpPr>
          <p:grpSpPr>
            <a:xfrm rot="-5400000">
              <a:off x="8286519" y="2206706"/>
              <a:ext cx="3032446" cy="2443687"/>
              <a:chOff x="9857014" y="13834"/>
              <a:chExt cx="2334986" cy="1881641"/>
            </a:xfrm>
          </p:grpSpPr>
          <p:sp>
            <p:nvSpPr>
              <p:cNvPr id="136" name="Google Shape;136;g39fcc1bee09_0_123"/>
              <p:cNvSpPr/>
              <p:nvPr/>
            </p:nvSpPr>
            <p:spPr>
              <a:xfrm rot="-5400000">
                <a:off x="10667433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g39fcc1bee09_0_123"/>
              <p:cNvSpPr/>
              <p:nvPr/>
            </p:nvSpPr>
            <p:spPr>
              <a:xfrm flipH="1" rot="5400000">
                <a:off x="9499940" y="370908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8" name="Google Shape;138;g39fcc1bee09_0_123"/>
            <p:cNvSpPr/>
            <p:nvPr/>
          </p:nvSpPr>
          <p:spPr>
            <a:xfrm flipH="1">
              <a:off x="8581528" y="1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g39fcc1bee09_0_123"/>
            <p:cNvSpPr/>
            <p:nvPr/>
          </p:nvSpPr>
          <p:spPr>
            <a:xfrm flipH="1">
              <a:off x="8581528" y="3246896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g39fcc1bee09_0_123"/>
          <p:cNvSpPr txBox="1"/>
          <p:nvPr>
            <p:ph type="ctrTitle"/>
          </p:nvPr>
        </p:nvSpPr>
        <p:spPr>
          <a:xfrm>
            <a:off x="1167494" y="177553"/>
            <a:ext cx="6246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41" name="Google Shape;141;g39fcc1bee09_0_123"/>
          <p:cNvSpPr txBox="1"/>
          <p:nvPr>
            <p:ph idx="1" type="subTitle"/>
          </p:nvPr>
        </p:nvSpPr>
        <p:spPr>
          <a:xfrm>
            <a:off x="1167494" y="3492896"/>
            <a:ext cx="62460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2">
    <p:bg>
      <p:bgPr>
        <a:solidFill>
          <a:schemeClr val="accen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g39fcc1bee09_0_133"/>
          <p:cNvGrpSpPr/>
          <p:nvPr/>
        </p:nvGrpSpPr>
        <p:grpSpPr>
          <a:xfrm>
            <a:off x="0" y="-196"/>
            <a:ext cx="12208822" cy="6858198"/>
            <a:chOff x="0" y="-196"/>
            <a:chExt cx="12208822" cy="6858198"/>
          </a:xfrm>
        </p:grpSpPr>
        <p:sp>
          <p:nvSpPr>
            <p:cNvPr id="144" name="Google Shape;144;g39fcc1bee09_0_133"/>
            <p:cNvSpPr/>
            <p:nvPr/>
          </p:nvSpPr>
          <p:spPr>
            <a:xfrm>
              <a:off x="0" y="2286002"/>
              <a:ext cx="12208800" cy="457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9fcc1bee09_0_133"/>
            <p:cNvSpPr/>
            <p:nvPr/>
          </p:nvSpPr>
          <p:spPr>
            <a:xfrm flipH="1">
              <a:off x="8598350" y="3246896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g39fcc1bee09_0_133"/>
            <p:cNvSpPr/>
            <p:nvPr/>
          </p:nvSpPr>
          <p:spPr>
            <a:xfrm>
              <a:off x="1" y="0"/>
              <a:ext cx="933865" cy="933865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g39fcc1bee09_0_133"/>
            <p:cNvSpPr/>
            <p:nvPr/>
          </p:nvSpPr>
          <p:spPr>
            <a:xfrm rot="-5400000">
              <a:off x="10343976" y="438027"/>
              <a:ext cx="2286194" cy="1409748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g39fcc1bee09_0_133"/>
          <p:cNvSpPr txBox="1"/>
          <p:nvPr>
            <p:ph type="title"/>
          </p:nvPr>
        </p:nvSpPr>
        <p:spPr>
          <a:xfrm>
            <a:off x="1167492" y="45085"/>
            <a:ext cx="97791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49" name="Google Shape;149;g39fcc1bee09_0_133"/>
          <p:cNvSpPr txBox="1"/>
          <p:nvPr>
            <p:ph idx="1" type="body"/>
          </p:nvPr>
        </p:nvSpPr>
        <p:spPr>
          <a:xfrm>
            <a:off x="1166087" y="2652713"/>
            <a:ext cx="9780600" cy="3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50" name="Google Shape;150;g39fcc1bee09_0_133"/>
          <p:cNvSpPr txBox="1"/>
          <p:nvPr>
            <p:ph idx="10" type="dt"/>
          </p:nvPr>
        </p:nvSpPr>
        <p:spPr>
          <a:xfrm>
            <a:off x="3810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9fcc1bee09_0_13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39fcc1bee09_0_133"/>
          <p:cNvSpPr txBox="1"/>
          <p:nvPr>
            <p:ph idx="12" type="sldNum"/>
          </p:nvPr>
        </p:nvSpPr>
        <p:spPr>
          <a:xfrm>
            <a:off x="10206318" y="6356350"/>
            <a:ext cx="160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and Image 1">
  <p:cSld name="Title and Content and Image 1">
    <p:bg>
      <p:bgPr>
        <a:solidFill>
          <a:schemeClr val="accen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g39fcc1bee09_0_144"/>
          <p:cNvGrpSpPr/>
          <p:nvPr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155" name="Google Shape;155;g39fcc1bee09_0_144"/>
            <p:cNvSpPr/>
            <p:nvPr/>
          </p:nvSpPr>
          <p:spPr>
            <a:xfrm>
              <a:off x="0" y="2286002"/>
              <a:ext cx="12208800" cy="457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g39fcc1bee09_0_144"/>
            <p:cNvSpPr/>
            <p:nvPr/>
          </p:nvSpPr>
          <p:spPr>
            <a:xfrm flipH="1">
              <a:off x="8598350" y="3246896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39fcc1bee09_0_144"/>
            <p:cNvSpPr/>
            <p:nvPr/>
          </p:nvSpPr>
          <p:spPr>
            <a:xfrm>
              <a:off x="1" y="0"/>
              <a:ext cx="933865" cy="933865"/>
            </a:xfrm>
            <a:custGeom>
              <a:rect b="b" l="l" r="r" t="t"/>
              <a:pathLst>
                <a:path extrusionOk="0" h="862693" w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g39fcc1bee09_0_144"/>
          <p:cNvSpPr txBox="1"/>
          <p:nvPr>
            <p:ph type="title"/>
          </p:nvPr>
        </p:nvSpPr>
        <p:spPr>
          <a:xfrm>
            <a:off x="1167492" y="457200"/>
            <a:ext cx="10643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59" name="Google Shape;159;g39fcc1bee09_0_144"/>
          <p:cNvSpPr txBox="1"/>
          <p:nvPr>
            <p:ph idx="1" type="body"/>
          </p:nvPr>
        </p:nvSpPr>
        <p:spPr>
          <a:xfrm>
            <a:off x="1166088" y="2652713"/>
            <a:ext cx="5394900" cy="3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0" name="Google Shape;160;g39fcc1bee09_0_144"/>
          <p:cNvSpPr/>
          <p:nvPr>
            <p:ph idx="2" type="pic"/>
          </p:nvPr>
        </p:nvSpPr>
        <p:spPr>
          <a:xfrm>
            <a:off x="7317920" y="1447800"/>
            <a:ext cx="4214100" cy="4214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1" name="Google Shape;161;g39fcc1bee09_0_144"/>
          <p:cNvSpPr txBox="1"/>
          <p:nvPr>
            <p:ph idx="10" type="dt"/>
          </p:nvPr>
        </p:nvSpPr>
        <p:spPr>
          <a:xfrm>
            <a:off x="3810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g39fcc1bee09_0_14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g39fcc1bee09_0_144"/>
          <p:cNvSpPr txBox="1"/>
          <p:nvPr>
            <p:ph idx="12" type="sldNum"/>
          </p:nvPr>
        </p:nvSpPr>
        <p:spPr>
          <a:xfrm>
            <a:off x="10206318" y="6356350"/>
            <a:ext cx="1604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rtArt 2">
  <p:cSld name="SmartArt 2">
    <p:bg>
      <p:bgPr>
        <a:solidFill>
          <a:schemeClr val="accen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g39fcc1bee09_0_155"/>
          <p:cNvGrpSpPr/>
          <p:nvPr/>
        </p:nvGrpSpPr>
        <p:grpSpPr>
          <a:xfrm rot="-5400000">
            <a:off x="10772262" y="152643"/>
            <a:ext cx="1572380" cy="1267097"/>
            <a:chOff x="7413403" y="4976359"/>
            <a:chExt cx="2334986" cy="1881641"/>
          </a:xfrm>
        </p:grpSpPr>
        <p:sp>
          <p:nvSpPr>
            <p:cNvPr id="166" name="Google Shape;166;g39fcc1bee09_0_155"/>
            <p:cNvSpPr/>
            <p:nvPr/>
          </p:nvSpPr>
          <p:spPr>
            <a:xfrm rot="-5400000">
              <a:off x="8223822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g39fcc1bee09_0_155"/>
            <p:cNvSpPr/>
            <p:nvPr/>
          </p:nvSpPr>
          <p:spPr>
            <a:xfrm flipH="1" rot="5400000">
              <a:off x="7056329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g39fcc1bee09_0_155"/>
          <p:cNvSpPr txBox="1"/>
          <p:nvPr>
            <p:ph type="title"/>
          </p:nvPr>
        </p:nvSpPr>
        <p:spPr>
          <a:xfrm>
            <a:off x="1167492" y="457200"/>
            <a:ext cx="9692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69" name="Google Shape;169;g39fcc1bee09_0_155"/>
          <p:cNvSpPr txBox="1"/>
          <p:nvPr>
            <p:ph idx="1" type="body"/>
          </p:nvPr>
        </p:nvSpPr>
        <p:spPr>
          <a:xfrm>
            <a:off x="1167493" y="2087561"/>
            <a:ext cx="2693400" cy="3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70" name="Google Shape;170;g39fcc1bee09_0_155"/>
          <p:cNvSpPr txBox="1"/>
          <p:nvPr>
            <p:ph idx="2" type="body"/>
          </p:nvPr>
        </p:nvSpPr>
        <p:spPr>
          <a:xfrm>
            <a:off x="4216400" y="2087563"/>
            <a:ext cx="6730200" cy="38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71" name="Google Shape;171;g39fcc1bee09_0_155"/>
          <p:cNvSpPr txBox="1"/>
          <p:nvPr>
            <p:ph idx="10" type="dt"/>
          </p:nvPr>
        </p:nvSpPr>
        <p:spPr>
          <a:xfrm>
            <a:off x="381000" y="6356350"/>
            <a:ext cx="170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g39fcc1bee09_0_15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g39fcc1bee09_0_155"/>
          <p:cNvSpPr txBox="1"/>
          <p:nvPr>
            <p:ph idx="12" type="sldNum"/>
          </p:nvPr>
        </p:nvSpPr>
        <p:spPr>
          <a:xfrm>
            <a:off x="10153276" y="6356350"/>
            <a:ext cx="1657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and Image 2">
  <p:cSld name="Title and Content and Image 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g39fcc1bee09_0_165"/>
          <p:cNvGrpSpPr/>
          <p:nvPr/>
        </p:nvGrpSpPr>
        <p:grpSpPr>
          <a:xfrm>
            <a:off x="-2364" y="0"/>
            <a:ext cx="12194364" cy="6858000"/>
            <a:chOff x="-2364" y="0"/>
            <a:chExt cx="12194364" cy="6858000"/>
          </a:xfrm>
        </p:grpSpPr>
        <p:sp>
          <p:nvSpPr>
            <p:cNvPr id="176" name="Google Shape;176;g39fcc1bee09_0_165"/>
            <p:cNvSpPr/>
            <p:nvPr/>
          </p:nvSpPr>
          <p:spPr>
            <a:xfrm rot="5400000">
              <a:off x="8581528" y="0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9fcc1bee09_0_165"/>
            <p:cNvSpPr/>
            <p:nvPr/>
          </p:nvSpPr>
          <p:spPr>
            <a:xfrm>
              <a:off x="-2364" y="3246896"/>
              <a:ext cx="3610472" cy="3610472"/>
            </a:xfrm>
            <a:custGeom>
              <a:rect b="b" l="l" r="r" t="t"/>
              <a:pathLst>
                <a:path extrusionOk="0" h="1167493" w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" name="Google Shape;178;g39fcc1bee09_0_165"/>
            <p:cNvGrpSpPr/>
            <p:nvPr/>
          </p:nvGrpSpPr>
          <p:grpSpPr>
            <a:xfrm>
              <a:off x="2587416" y="5590903"/>
              <a:ext cx="1572380" cy="1267097"/>
              <a:chOff x="7413403" y="4976359"/>
              <a:chExt cx="2334986" cy="1881641"/>
            </a:xfrm>
          </p:grpSpPr>
          <p:sp>
            <p:nvSpPr>
              <p:cNvPr id="179" name="Google Shape;179;g39fcc1bee09_0_165"/>
              <p:cNvSpPr/>
              <p:nvPr/>
            </p:nvSpPr>
            <p:spPr>
              <a:xfrm rot="-5400000">
                <a:off x="8223822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g39fcc1bee09_0_165"/>
              <p:cNvSpPr/>
              <p:nvPr/>
            </p:nvSpPr>
            <p:spPr>
              <a:xfrm flipH="1" rot="5400000">
                <a:off x="7056329" y="5333433"/>
                <a:ext cx="1881641" cy="1167493"/>
              </a:xfrm>
              <a:custGeom>
                <a:rect b="b" l="l" r="r" t="t"/>
                <a:pathLst>
                  <a:path extrusionOk="0" h="1167493" w="1881641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1" name="Google Shape;181;g39fcc1bee09_0_165"/>
          <p:cNvSpPr txBox="1"/>
          <p:nvPr>
            <p:ph type="title"/>
          </p:nvPr>
        </p:nvSpPr>
        <p:spPr>
          <a:xfrm>
            <a:off x="5549489" y="457199"/>
            <a:ext cx="59436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82" name="Google Shape;182;g39fcc1bee09_0_165"/>
          <p:cNvSpPr/>
          <p:nvPr>
            <p:ph idx="1" type="body"/>
          </p:nvPr>
        </p:nvSpPr>
        <p:spPr>
          <a:xfrm>
            <a:off x="823108" y="640080"/>
            <a:ext cx="4297800" cy="4297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83" name="Google Shape;183;g39fcc1bee09_0_165"/>
          <p:cNvSpPr txBox="1"/>
          <p:nvPr>
            <p:ph idx="10" type="dt"/>
          </p:nvPr>
        </p:nvSpPr>
        <p:spPr>
          <a:xfrm>
            <a:off x="381000" y="6356350"/>
            <a:ext cx="1767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39fcc1bee09_0_16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g39fcc1bee09_0_165"/>
          <p:cNvSpPr txBox="1"/>
          <p:nvPr>
            <p:ph idx="12" type="sldNum"/>
          </p:nvPr>
        </p:nvSpPr>
        <p:spPr>
          <a:xfrm>
            <a:off x="10153276" y="6356350"/>
            <a:ext cx="1657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g39fcc1bee09_0_165"/>
          <p:cNvSpPr txBox="1"/>
          <p:nvPr>
            <p:ph idx="2" type="body"/>
          </p:nvPr>
        </p:nvSpPr>
        <p:spPr>
          <a:xfrm>
            <a:off x="5549490" y="2706369"/>
            <a:ext cx="59436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">
  <p:cSld name="Chart ">
    <p:bg>
      <p:bgPr>
        <a:solidFill>
          <a:schemeClr val="accent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g39fcc1bee09_0_178"/>
          <p:cNvGrpSpPr/>
          <p:nvPr/>
        </p:nvGrpSpPr>
        <p:grpSpPr>
          <a:xfrm rot="-5400000">
            <a:off x="10772262" y="152643"/>
            <a:ext cx="1572380" cy="1267097"/>
            <a:chOff x="7413403" y="4976359"/>
            <a:chExt cx="2334986" cy="1881641"/>
          </a:xfrm>
        </p:grpSpPr>
        <p:sp>
          <p:nvSpPr>
            <p:cNvPr id="189" name="Google Shape;189;g39fcc1bee09_0_178"/>
            <p:cNvSpPr/>
            <p:nvPr/>
          </p:nvSpPr>
          <p:spPr>
            <a:xfrm rot="-5400000">
              <a:off x="8223822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9fcc1bee09_0_178"/>
            <p:cNvSpPr/>
            <p:nvPr/>
          </p:nvSpPr>
          <p:spPr>
            <a:xfrm flipH="1" rot="5400000">
              <a:off x="7056329" y="5333433"/>
              <a:ext cx="1881641" cy="1167493"/>
            </a:xfrm>
            <a:custGeom>
              <a:rect b="b" l="l" r="r" t="t"/>
              <a:pathLst>
                <a:path extrusionOk="0" h="1167493" w="1881641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g39fcc1bee09_0_178"/>
          <p:cNvSpPr txBox="1"/>
          <p:nvPr>
            <p:ph type="title"/>
          </p:nvPr>
        </p:nvSpPr>
        <p:spPr>
          <a:xfrm>
            <a:off x="1167492" y="136526"/>
            <a:ext cx="9779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92" name="Google Shape;192;g39fcc1bee09_0_178"/>
          <p:cNvSpPr txBox="1"/>
          <p:nvPr>
            <p:ph idx="1" type="body"/>
          </p:nvPr>
        </p:nvSpPr>
        <p:spPr>
          <a:xfrm>
            <a:off x="1167493" y="2084832"/>
            <a:ext cx="97791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93" name="Google Shape;193;g39fcc1bee09_0_178"/>
          <p:cNvSpPr txBox="1"/>
          <p:nvPr>
            <p:ph idx="10" type="dt"/>
          </p:nvPr>
        </p:nvSpPr>
        <p:spPr>
          <a:xfrm>
            <a:off x="381000" y="6356350"/>
            <a:ext cx="170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9fcc1bee09_0_17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g39fcc1bee09_0_178"/>
          <p:cNvSpPr txBox="1"/>
          <p:nvPr>
            <p:ph idx="12" type="sldNum"/>
          </p:nvPr>
        </p:nvSpPr>
        <p:spPr>
          <a:xfrm>
            <a:off x="10153276" y="6356350"/>
            <a:ext cx="1657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rgbClr val="F2E5C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g36fbcb9cda5_0_196"/>
          <p:cNvCxnSpPr/>
          <p:nvPr/>
        </p:nvCxnSpPr>
        <p:spPr>
          <a:xfrm flipH="1">
            <a:off x="18" y="0"/>
            <a:ext cx="3119700" cy="6858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8" name="Google Shape;198;g36fbcb9cda5_0_196"/>
          <p:cNvCxnSpPr/>
          <p:nvPr/>
        </p:nvCxnSpPr>
        <p:spPr>
          <a:xfrm flipH="1">
            <a:off x="-132" y="0"/>
            <a:ext cx="903900" cy="65436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g36fbcb9cda5_0_196"/>
          <p:cNvSpPr txBox="1"/>
          <p:nvPr>
            <p:ph type="ctrTitle"/>
          </p:nvPr>
        </p:nvSpPr>
        <p:spPr>
          <a:xfrm>
            <a:off x="857468" y="486137"/>
            <a:ext cx="5427600" cy="35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lay"/>
              <a:buNone/>
              <a:defRPr sz="4400" cap="none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00" name="Google Shape;200;g36fbcb9cda5_0_196"/>
          <p:cNvSpPr/>
          <p:nvPr>
            <p:ph idx="2" type="pic"/>
          </p:nvPr>
        </p:nvSpPr>
        <p:spPr>
          <a:xfrm>
            <a:off x="5624774" y="-6713"/>
            <a:ext cx="6578700" cy="6894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g36fbcb9cda5_0_201"/>
          <p:cNvCxnSpPr/>
          <p:nvPr/>
        </p:nvCxnSpPr>
        <p:spPr>
          <a:xfrm rot="10800000">
            <a:off x="-42862" y="5791201"/>
            <a:ext cx="6286500" cy="10668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3" name="Google Shape;203;g36fbcb9cda5_0_201"/>
          <p:cNvCxnSpPr/>
          <p:nvPr/>
        </p:nvCxnSpPr>
        <p:spPr>
          <a:xfrm flipH="1">
            <a:off x="10911897" y="0"/>
            <a:ext cx="913500" cy="68580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4" name="Google Shape;204;g36fbcb9cda5_0_201"/>
          <p:cNvSpPr txBox="1"/>
          <p:nvPr>
            <p:ph type="title"/>
          </p:nvPr>
        </p:nvSpPr>
        <p:spPr>
          <a:xfrm>
            <a:off x="3970117" y="185195"/>
            <a:ext cx="69309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05" name="Google Shape;205;g36fbcb9cda5_0_201"/>
          <p:cNvSpPr/>
          <p:nvPr>
            <p:ph idx="2" type="pic"/>
          </p:nvPr>
        </p:nvSpPr>
        <p:spPr>
          <a:xfrm>
            <a:off x="-18788" y="-22860"/>
            <a:ext cx="3291900" cy="6903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g36fbcb9cda5_0_201"/>
          <p:cNvSpPr txBox="1"/>
          <p:nvPr>
            <p:ph idx="1" type="body"/>
          </p:nvPr>
        </p:nvSpPr>
        <p:spPr>
          <a:xfrm>
            <a:off x="3970116" y="2022395"/>
            <a:ext cx="6941700" cy="42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Font typeface="Arial"/>
              <a:buChar char="•"/>
              <a:defRPr sz="1800"/>
            </a:lvl1pPr>
            <a:lvl2pPr indent="-320040" lvl="1" marL="9144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40"/>
              <a:buChar char="○"/>
              <a:defRPr sz="1800"/>
            </a:lvl2pPr>
            <a:lvl3pPr indent="-320039" lvl="2" marL="13716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40"/>
              <a:buChar char="■"/>
              <a:defRPr sz="1800"/>
            </a:lvl3pPr>
            <a:lvl4pPr indent="-320039" lvl="3" marL="18288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40"/>
              <a:buChar char="●"/>
              <a:defRPr sz="1800"/>
            </a:lvl4pPr>
            <a:lvl5pPr indent="-320039" lvl="4" marL="22860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40"/>
              <a:buChar char="○"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picture">
  <p:cSld name="Title + subtitle + picture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g36fbcb9cda5_0_207"/>
          <p:cNvCxnSpPr/>
          <p:nvPr/>
        </p:nvCxnSpPr>
        <p:spPr>
          <a:xfrm flipH="1">
            <a:off x="18" y="0"/>
            <a:ext cx="3119700" cy="6858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09" name="Google Shape;209;g36fbcb9cda5_0_207"/>
          <p:cNvCxnSpPr/>
          <p:nvPr/>
        </p:nvCxnSpPr>
        <p:spPr>
          <a:xfrm rot="10800000">
            <a:off x="-42862" y="5791201"/>
            <a:ext cx="6286500" cy="10668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0" name="Google Shape;210;g36fbcb9cda5_0_207"/>
          <p:cNvCxnSpPr/>
          <p:nvPr/>
        </p:nvCxnSpPr>
        <p:spPr>
          <a:xfrm flipH="1">
            <a:off x="-132" y="0"/>
            <a:ext cx="903900" cy="65436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" name="Google Shape;211;g36fbcb9cda5_0_207"/>
          <p:cNvSpPr txBox="1"/>
          <p:nvPr>
            <p:ph type="ctrTitle"/>
          </p:nvPr>
        </p:nvSpPr>
        <p:spPr>
          <a:xfrm>
            <a:off x="1215072" y="528320"/>
            <a:ext cx="5028600" cy="3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Play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12" name="Google Shape;212;g36fbcb9cda5_0_207"/>
          <p:cNvSpPr txBox="1"/>
          <p:nvPr>
            <p:ph idx="1" type="subTitle"/>
          </p:nvPr>
        </p:nvSpPr>
        <p:spPr>
          <a:xfrm>
            <a:off x="1215072" y="4027992"/>
            <a:ext cx="5028600" cy="18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440"/>
              <a:buNone/>
              <a:defRPr b="1" sz="18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3" name="Google Shape;213;g36fbcb9cda5_0_207"/>
          <p:cNvSpPr/>
          <p:nvPr>
            <p:ph idx="2" type="pic"/>
          </p:nvPr>
        </p:nvSpPr>
        <p:spPr>
          <a:xfrm>
            <a:off x="7257326" y="-11576"/>
            <a:ext cx="4946100" cy="6903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picture ">
  <p:cSld name="Content + picture 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g36fbcb9cda5_0_214"/>
          <p:cNvCxnSpPr/>
          <p:nvPr/>
        </p:nvCxnSpPr>
        <p:spPr>
          <a:xfrm flipH="1">
            <a:off x="18" y="0"/>
            <a:ext cx="3119700" cy="6858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" name="Google Shape;216;g36fbcb9cda5_0_214"/>
          <p:cNvCxnSpPr/>
          <p:nvPr/>
        </p:nvCxnSpPr>
        <p:spPr>
          <a:xfrm flipH="1">
            <a:off x="-132" y="0"/>
            <a:ext cx="903900" cy="65436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7" name="Google Shape;217;g36fbcb9cda5_0_214"/>
          <p:cNvCxnSpPr/>
          <p:nvPr/>
        </p:nvCxnSpPr>
        <p:spPr>
          <a:xfrm rot="10800000">
            <a:off x="-42862" y="5791201"/>
            <a:ext cx="6286500" cy="1066800"/>
          </a:xfrm>
          <a:prstGeom prst="straightConnector1">
            <a:avLst/>
          </a:prstGeom>
          <a:noFill/>
          <a:ln cap="flat" cmpd="sng" w="12700">
            <a:solidFill>
              <a:schemeClr val="accent3">
                <a:alpha val="6980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8" name="Google Shape;218;g36fbcb9cda5_0_214"/>
          <p:cNvSpPr txBox="1"/>
          <p:nvPr>
            <p:ph type="title"/>
          </p:nvPr>
        </p:nvSpPr>
        <p:spPr>
          <a:xfrm>
            <a:off x="838199" y="365125"/>
            <a:ext cx="66459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19" name="Google Shape;219;g36fbcb9cda5_0_214"/>
          <p:cNvSpPr txBox="1"/>
          <p:nvPr>
            <p:ph idx="1" type="body"/>
          </p:nvPr>
        </p:nvSpPr>
        <p:spPr>
          <a:xfrm>
            <a:off x="838201" y="2055813"/>
            <a:ext cx="5781300" cy="40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40"/>
              <a:buNone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80"/>
              <a:buChar char="○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20"/>
              <a:buChar char="■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60"/>
              <a:buChar char="●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960"/>
              <a:buChar char="○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20" name="Google Shape;220;g36fbcb9cda5_0_214"/>
          <p:cNvSpPr/>
          <p:nvPr>
            <p:ph idx="2" type="pic"/>
          </p:nvPr>
        </p:nvSpPr>
        <p:spPr>
          <a:xfrm>
            <a:off x="7566991" y="-22860"/>
            <a:ext cx="4625100" cy="69036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g36fbcb9cda5_0_214"/>
          <p:cNvSpPr txBox="1"/>
          <p:nvPr>
            <p:ph idx="10" type="dt"/>
          </p:nvPr>
        </p:nvSpPr>
        <p:spPr>
          <a:xfrm>
            <a:off x="7337102" y="6398878"/>
            <a:ext cx="419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36fbcb9cda5_0_214"/>
          <p:cNvSpPr txBox="1"/>
          <p:nvPr>
            <p:ph idx="11" type="ftr"/>
          </p:nvPr>
        </p:nvSpPr>
        <p:spPr>
          <a:xfrm>
            <a:off x="154429" y="6398878"/>
            <a:ext cx="4497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g36fbcb9cda5_0_214"/>
          <p:cNvSpPr txBox="1"/>
          <p:nvPr>
            <p:ph idx="12" type="sldNum"/>
          </p:nvPr>
        </p:nvSpPr>
        <p:spPr>
          <a:xfrm>
            <a:off x="11602477" y="6398878"/>
            <a:ext cx="471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fcc1bee09_0_0"/>
          <p:cNvSpPr txBox="1"/>
          <p:nvPr>
            <p:ph type="title"/>
          </p:nvPr>
        </p:nvSpPr>
        <p:spPr>
          <a:xfrm>
            <a:off x="415600" y="593367"/>
            <a:ext cx="113607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PT Sans Narrow"/>
              <a:buNone/>
              <a:defRPr b="1" sz="48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11" name="Google Shape;11;g39fcc1bee09_0_0"/>
          <p:cNvSpPr txBox="1"/>
          <p:nvPr>
            <p:ph idx="1" type="body"/>
          </p:nvPr>
        </p:nvSpPr>
        <p:spPr>
          <a:xfrm>
            <a:off x="415600" y="1688433"/>
            <a:ext cx="11360700" cy="4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Open Sans"/>
              <a:buChar char="●"/>
              <a:defRPr sz="24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●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●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○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Open Sans"/>
              <a:buChar char="■"/>
              <a:defRPr sz="19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12" name="Google Shape;12;g39fcc1bee09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"/>
          <p:cNvSpPr txBox="1"/>
          <p:nvPr>
            <p:ph idx="4294967295" type="title"/>
          </p:nvPr>
        </p:nvSpPr>
        <p:spPr>
          <a:xfrm>
            <a:off x="2436700" y="2935375"/>
            <a:ext cx="5120700" cy="14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10000"/>
              <a:t>מפגש 4</a:t>
            </a:r>
            <a:endParaRPr sz="10000"/>
          </a:p>
        </p:txBody>
      </p:sp>
      <p:pic>
        <p:nvPicPr>
          <p:cNvPr id="230" name="Google Shape;23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669" y="0"/>
            <a:ext cx="3702081" cy="293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7575" y="4563600"/>
            <a:ext cx="3702000" cy="2468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9500" y="1323650"/>
            <a:ext cx="5965200" cy="3976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238" name="Google Shape;238;p2"/>
          <p:cNvSpPr txBox="1"/>
          <p:nvPr/>
        </p:nvSpPr>
        <p:spPr>
          <a:xfrm>
            <a:off x="157075" y="340175"/>
            <a:ext cx="5731800" cy="54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0" marR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9:30   צ'קאין</a:t>
            </a:r>
            <a:endParaRPr sz="2200"/>
          </a:p>
          <a:p>
            <a:pPr indent="-228600" lvl="0" marL="0" marR="4572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/>
              <a:t>10:30 ניהול עם כוונה - מבט אישי וכלים מעשיים</a:t>
            </a:r>
            <a:br>
              <a:rPr lang="en-US" sz="2200"/>
            </a:br>
            <a:r>
              <a:rPr lang="en-US" sz="2200"/>
              <a:t>       למנטורים </a:t>
            </a:r>
            <a:r>
              <a:rPr lang="en-US" sz="1200"/>
              <a:t>ד"ר תמי חלמיש אייזנמן, מנכלית עמותת אלומה</a:t>
            </a:r>
            <a:endParaRPr sz="1200"/>
          </a:p>
          <a:p>
            <a:pPr indent="-228600" lvl="0" marL="0" marR="4572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/>
              <a:t>12:00 ארוחת צהריים</a:t>
            </a:r>
            <a:endParaRPr sz="2200"/>
          </a:p>
          <a:p>
            <a:pPr indent="-228600" lvl="0" marL="0" marR="4572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/>
              <a:t>12:30 </a:t>
            </a:r>
            <a:r>
              <a:rPr b="1" lang="en-US" sz="2200"/>
              <a:t>outcome</a:t>
            </a:r>
            <a:r>
              <a:rPr lang="en-US" sz="2200"/>
              <a:t>: כלים ליצירת מציאות</a:t>
            </a:r>
            <a:endParaRPr sz="2200"/>
          </a:p>
          <a:p>
            <a:pPr indent="-228600" lvl="0" marL="0" marR="4572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/>
              <a:t>15:00 בחירה</a:t>
            </a:r>
            <a:endParaRPr sz="2200"/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 </a:t>
            </a:r>
            <a:endParaRPr sz="2200"/>
          </a:p>
          <a:p>
            <a:pPr indent="0" lvl="0" marL="0" marR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/>
              <a:t> </a:t>
            </a:r>
            <a:endParaRPr sz="2200"/>
          </a:p>
          <a:p>
            <a:pPr indent="0" lvl="0" marL="0" marR="4572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/>
              <a:t> </a:t>
            </a:r>
            <a:endParaRPr sz="2200"/>
          </a:p>
          <a:p>
            <a:pPr indent="-228600" lvl="0" marL="0" marR="457200" rtl="1" algn="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200"/>
              <a:t>16:30 סיכום</a:t>
            </a:r>
            <a:endParaRPr sz="2200"/>
          </a:p>
          <a:p>
            <a:pPr indent="-228600" lvl="0" marL="0" marR="457200" rtl="1" algn="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/>
              <a:t>17:00 סיום</a:t>
            </a:r>
            <a:endParaRPr sz="2200"/>
          </a:p>
        </p:txBody>
      </p:sp>
      <p:pic>
        <p:nvPicPr>
          <p:cNvPr id="239" name="Google Shape;239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"/>
          <p:cNvSpPr txBox="1"/>
          <p:nvPr/>
        </p:nvSpPr>
        <p:spPr>
          <a:xfrm>
            <a:off x="3091675" y="3300875"/>
            <a:ext cx="2797200" cy="115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500"/>
              <a:t>לצאת מהאוטומט: גמישות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2"/>
          <p:cNvSpPr txBox="1"/>
          <p:nvPr/>
        </p:nvSpPr>
        <p:spPr>
          <a:xfrm>
            <a:off x="133850" y="3300875"/>
            <a:ext cx="2797200" cy="1152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/>
              <a:t>ליווי מנהלים ותיקים ומנוסים</a:t>
            </a:r>
            <a:endParaRPr sz="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fdd17d76a_0_2"/>
          <p:cNvSpPr txBox="1"/>
          <p:nvPr>
            <p:ph type="ctrTitle"/>
          </p:nvPr>
        </p:nvSpPr>
        <p:spPr>
          <a:xfrm>
            <a:off x="1167494" y="177553"/>
            <a:ext cx="6246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צ'קאין</a:t>
            </a:r>
            <a:endParaRPr/>
          </a:p>
        </p:txBody>
      </p:sp>
      <p:pic>
        <p:nvPicPr>
          <p:cNvPr id="248" name="Google Shape;248;g39fdd17d76a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"/>
          <p:cNvSpPr txBox="1"/>
          <p:nvPr>
            <p:ph type="title"/>
          </p:nvPr>
        </p:nvSpPr>
        <p:spPr>
          <a:xfrm>
            <a:off x="1167492" y="136526"/>
            <a:ext cx="9601200" cy="16533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צ'קאין</a:t>
            </a:r>
            <a:endParaRPr sz="6000"/>
          </a:p>
        </p:txBody>
      </p:sp>
      <p:sp>
        <p:nvSpPr>
          <p:cNvPr id="255" name="Google Shape;255;p5"/>
          <p:cNvSpPr txBox="1"/>
          <p:nvPr>
            <p:ph idx="1" type="body"/>
          </p:nvPr>
        </p:nvSpPr>
        <p:spPr>
          <a:xfrm>
            <a:off x="374325" y="2053625"/>
            <a:ext cx="10394400" cy="3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9664" lvl="1" marL="283464" rtl="1" algn="r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זוגות - מספר, מתקיל</a:t>
            </a:r>
            <a:endParaRPr sz="3200"/>
          </a:p>
          <a:p>
            <a:pPr indent="-359664" lvl="1" marL="283464" rtl="1" algn="r">
              <a:spcBef>
                <a:spcPts val="16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המספר מספר סיפור אמיתי על משהו שקרה לאחרונה בבית הספר</a:t>
            </a:r>
            <a:endParaRPr sz="3200"/>
          </a:p>
          <a:p>
            <a:pPr indent="-359664" lvl="1" marL="283464" rtl="1" algn="r">
              <a:spcBef>
                <a:spcPts val="1600"/>
              </a:spcBef>
              <a:spcAft>
                <a:spcPts val="0"/>
              </a:spcAft>
              <a:buSzPts val="3200"/>
              <a:buChar char="•"/>
            </a:pPr>
            <a:r>
              <a:rPr lang="en-US" sz="3200"/>
              <a:t>המתקיל זורק מילים שאינן קשורות לסיפור בקצב הולך ומתגבר</a:t>
            </a:r>
            <a:endParaRPr sz="3200"/>
          </a:p>
          <a:p>
            <a:pPr indent="-359664" lvl="1" marL="283464" rtl="1" algn="r">
              <a:spcBef>
                <a:spcPts val="1600"/>
              </a:spcBef>
              <a:spcAft>
                <a:spcPts val="1600"/>
              </a:spcAft>
              <a:buSzPts val="3200"/>
              <a:buChar char="•"/>
            </a:pPr>
            <a:r>
              <a:rPr lang="en-US" sz="3200"/>
              <a:t>על המספר לשלבן בסיפורו</a:t>
            </a:r>
            <a:endParaRPr sz="3200"/>
          </a:p>
        </p:txBody>
      </p:sp>
      <p:pic>
        <p:nvPicPr>
          <p:cNvPr id="256" name="Google Shape;25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fcc1bee09_0_202"/>
          <p:cNvSpPr txBox="1"/>
          <p:nvPr>
            <p:ph type="title"/>
          </p:nvPr>
        </p:nvSpPr>
        <p:spPr>
          <a:xfrm>
            <a:off x="1167492" y="136526"/>
            <a:ext cx="96012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צ'קאין</a:t>
            </a:r>
            <a:endParaRPr sz="6000"/>
          </a:p>
        </p:txBody>
      </p:sp>
      <p:sp>
        <p:nvSpPr>
          <p:cNvPr id="263" name="Google Shape;263;g39fcc1bee09_0_202"/>
          <p:cNvSpPr txBox="1"/>
          <p:nvPr>
            <p:ph idx="1" type="body"/>
          </p:nvPr>
        </p:nvSpPr>
        <p:spPr>
          <a:xfrm>
            <a:off x="374325" y="2053625"/>
            <a:ext cx="10394400" cy="3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9664" lvl="1" marL="283464" rtl="1" algn="r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האם המשימה היתה מהנה? במה? </a:t>
            </a:r>
            <a:endParaRPr sz="3200"/>
          </a:p>
          <a:p>
            <a:pPr indent="-359664" lvl="1" marL="283464" rtl="1" algn="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האם המשימה היתה מאתגרת? כן/לא, במה?</a:t>
            </a:r>
            <a:endParaRPr sz="3200"/>
          </a:p>
          <a:p>
            <a:pPr indent="-359664" lvl="1" marL="283464" rtl="1" algn="r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מה האתגר במשחק גרם לך להרגיש? לעשות? למה זה היה מאתגר?</a:t>
            </a:r>
            <a:endParaRPr sz="3200"/>
          </a:p>
          <a:p>
            <a:pPr indent="-359664" lvl="1" marL="283464" rtl="1" algn="r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3200"/>
              <a:buChar char="•"/>
            </a:pPr>
            <a:r>
              <a:rPr lang="en-US" sz="3200"/>
              <a:t>מה גרם למשחק להיות דינמי ומאתגר? </a:t>
            </a:r>
            <a:endParaRPr sz="3200"/>
          </a:p>
        </p:txBody>
      </p:sp>
      <p:pic>
        <p:nvPicPr>
          <p:cNvPr id="264" name="Google Shape;264;g39fcc1bee09_0_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fdd17d76a_0_9"/>
          <p:cNvSpPr txBox="1"/>
          <p:nvPr>
            <p:ph type="ctrTitle"/>
          </p:nvPr>
        </p:nvSpPr>
        <p:spPr>
          <a:xfrm>
            <a:off x="1167494" y="177553"/>
            <a:ext cx="6246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ניהול עם כוונה - מבט אישי וכלים מעשיים למנטורים</a:t>
            </a:r>
            <a:endParaRPr/>
          </a:p>
        </p:txBody>
      </p:sp>
      <p:sp>
        <p:nvSpPr>
          <p:cNvPr id="271" name="Google Shape;271;g39fdd17d76a_0_9"/>
          <p:cNvSpPr txBox="1"/>
          <p:nvPr>
            <p:ph idx="1" type="subTitle"/>
          </p:nvPr>
        </p:nvSpPr>
        <p:spPr>
          <a:xfrm>
            <a:off x="0" y="3161901"/>
            <a:ext cx="71139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4500"/>
              <a:t>ד"ר תמי חלמיש אייזנמן</a:t>
            </a:r>
            <a:br>
              <a:rPr lang="en-US" sz="4500"/>
            </a:br>
            <a:r>
              <a:rPr lang="en-US" sz="4500"/>
              <a:t> מנכלית עמותת אלומה</a:t>
            </a:r>
            <a:endParaRPr sz="4500"/>
          </a:p>
        </p:txBody>
      </p:sp>
      <p:pic>
        <p:nvPicPr>
          <p:cNvPr id="272" name="Google Shape;272;g39fdd17d76a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575" y="81425"/>
            <a:ext cx="2133699" cy="16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fdd17d76a_0_17"/>
          <p:cNvSpPr txBox="1"/>
          <p:nvPr>
            <p:ph type="ctrTitle"/>
          </p:nvPr>
        </p:nvSpPr>
        <p:spPr>
          <a:xfrm>
            <a:off x="1167494" y="177553"/>
            <a:ext cx="6246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/>
              <a:t>Outcome</a:t>
            </a:r>
            <a:endParaRPr sz="9200"/>
          </a:p>
        </p:txBody>
      </p:sp>
      <p:sp>
        <p:nvSpPr>
          <p:cNvPr id="279" name="Google Shape;279;g39fdd17d76a_0_17"/>
          <p:cNvSpPr txBox="1"/>
          <p:nvPr>
            <p:ph idx="1" type="subTitle"/>
          </p:nvPr>
        </p:nvSpPr>
        <p:spPr>
          <a:xfrm>
            <a:off x="0" y="3161901"/>
            <a:ext cx="71139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4500"/>
          </a:p>
        </p:txBody>
      </p:sp>
      <p:pic>
        <p:nvPicPr>
          <p:cNvPr id="280" name="Google Shape;280;g39fdd17d76a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575" y="81425"/>
            <a:ext cx="2133699" cy="16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5"/>
          <p:cNvSpPr/>
          <p:nvPr>
            <p:ph idx="1" type="body"/>
          </p:nvPr>
        </p:nvSpPr>
        <p:spPr>
          <a:xfrm>
            <a:off x="7538538" y="370492"/>
            <a:ext cx="3306600" cy="51759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34343"/>
                </a:solidFill>
              </a:rPr>
              <a:t>זיהוי דפוסי  גמישות/נוקשות  </a:t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600">
                <a:solidFill>
                  <a:srgbClr val="434343"/>
                </a:solidFill>
              </a:rPr>
              <a:t>כלים ואסטרטגיות  לחיזוק שריר הגמישות</a:t>
            </a:r>
            <a:endParaRPr sz="2600">
              <a:solidFill>
                <a:srgbClr val="434343"/>
              </a:solidFill>
            </a:endParaRPr>
          </a:p>
        </p:txBody>
      </p:sp>
      <p:sp>
        <p:nvSpPr>
          <p:cNvPr id="288" name="Google Shape;288;p15"/>
          <p:cNvSpPr/>
          <p:nvPr>
            <p:ph idx="1" type="body"/>
          </p:nvPr>
        </p:nvSpPr>
        <p:spPr>
          <a:xfrm>
            <a:off x="1850571" y="370500"/>
            <a:ext cx="3306600" cy="5175900"/>
          </a:xfrm>
          <a:prstGeom prst="ellipse">
            <a:avLst/>
          </a:prstGeom>
          <a:solidFill>
            <a:srgbClr val="FF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SzPts val="688"/>
              <a:buNone/>
            </a:pPr>
            <a:r>
              <a:rPr lang="en-US" sz="2600">
                <a:solidFill>
                  <a:srgbClr val="434343"/>
                </a:solidFill>
              </a:rPr>
              <a:t>מה מנהלים ותיקים מחפשים בליווי</a:t>
            </a:r>
            <a:endParaRPr sz="2600">
              <a:solidFill>
                <a:srgbClr val="434343"/>
              </a:solidFill>
            </a:endParaRPr>
          </a:p>
          <a:p>
            <a:pPr indent="0" lvl="0" marL="0" rtl="1" algn="ctr">
              <a:lnSpc>
                <a:spcPct val="70000"/>
              </a:lnSpc>
              <a:spcBef>
                <a:spcPts val="1600"/>
              </a:spcBef>
              <a:spcAft>
                <a:spcPts val="1600"/>
              </a:spcAft>
              <a:buSzPts val="688"/>
              <a:buNone/>
            </a:pPr>
            <a:r>
              <a:rPr lang="en-US" sz="2600">
                <a:solidFill>
                  <a:srgbClr val="434343"/>
                </a:solidFill>
              </a:rPr>
              <a:t>ניהול שיח הוליסטי ומערכתי</a:t>
            </a:r>
            <a:endParaRPr sz="2600">
              <a:solidFill>
                <a:srgbClr val="434343"/>
              </a:solidFill>
            </a:endParaRPr>
          </a:p>
        </p:txBody>
      </p:sp>
      <p:sp>
        <p:nvSpPr>
          <p:cNvPr id="289" name="Google Shape;289;p15"/>
          <p:cNvSpPr/>
          <p:nvPr>
            <p:ph idx="1" type="body"/>
          </p:nvPr>
        </p:nvSpPr>
        <p:spPr>
          <a:xfrm>
            <a:off x="2125703" y="370502"/>
            <a:ext cx="2725800" cy="2858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/>
              <a:t>ליווי מנהלים ותיקים</a:t>
            </a:r>
            <a:endParaRPr sz="3200"/>
          </a:p>
        </p:txBody>
      </p:sp>
      <p:sp>
        <p:nvSpPr>
          <p:cNvPr id="290" name="Google Shape;290;p15"/>
          <p:cNvSpPr/>
          <p:nvPr>
            <p:ph idx="1" type="body"/>
          </p:nvPr>
        </p:nvSpPr>
        <p:spPr>
          <a:xfrm>
            <a:off x="7868028" y="370502"/>
            <a:ext cx="2725800" cy="2858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3200"/>
              <a:t>גמישות במנטורינג</a:t>
            </a:r>
            <a:endParaRPr sz="3200"/>
          </a:p>
        </p:txBody>
      </p:sp>
      <p:sp>
        <p:nvSpPr>
          <p:cNvPr id="291" name="Google Shape;291;p15"/>
          <p:cNvSpPr/>
          <p:nvPr/>
        </p:nvSpPr>
        <p:spPr>
          <a:xfrm rot="10800000">
            <a:off x="5418536" y="750025"/>
            <a:ext cx="909000" cy="1222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15"/>
          <p:cNvSpPr/>
          <p:nvPr/>
        </p:nvSpPr>
        <p:spPr>
          <a:xfrm flipH="1" rot="10800000">
            <a:off x="6104834" y="750025"/>
            <a:ext cx="909000" cy="12222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"/>
          <p:cNvSpPr txBox="1"/>
          <p:nvPr>
            <p:ph type="ctrTitle"/>
          </p:nvPr>
        </p:nvSpPr>
        <p:spPr>
          <a:xfrm>
            <a:off x="1167494" y="177553"/>
            <a:ext cx="6245912" cy="32694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גמישות במנטורינג</a:t>
            </a:r>
            <a:endParaRPr/>
          </a:p>
        </p:txBody>
      </p:sp>
      <p:sp>
        <p:nvSpPr>
          <p:cNvPr id="299" name="Google Shape;299;p8"/>
          <p:cNvSpPr txBox="1"/>
          <p:nvPr>
            <p:ph idx="1" type="subTitle"/>
          </p:nvPr>
        </p:nvSpPr>
        <p:spPr>
          <a:xfrm>
            <a:off x="0" y="3161901"/>
            <a:ext cx="71139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4500"/>
          </a:p>
        </p:txBody>
      </p:sp>
      <p:pic>
        <p:nvPicPr>
          <p:cNvPr id="300" name="Google Shape;30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575" y="81425"/>
            <a:ext cx="2133699" cy="16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fb784d2fc_0_6"/>
          <p:cNvSpPr txBox="1"/>
          <p:nvPr>
            <p:ph idx="1" type="body"/>
          </p:nvPr>
        </p:nvSpPr>
        <p:spPr>
          <a:xfrm>
            <a:off x="0" y="797700"/>
            <a:ext cx="10394400" cy="5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83464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/>
              <a:t>אתם אמורים להיפגש עכשיו עם עומר המנטי שלכם למפגש השני. המפגש הראשון היה “נחמד אבל פורמלי”. קבעתם להיפגש במשרד שלו ב-15:45. עכשיו 15:50 - עומר לא הגיע ולא עדכן. אתם רואים אותו במסדרון מדבר בטלפון, נראה מתוח.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15:55 - עומר מגיע. נכנס למשרד, סוגר את הדלת ואומר: “סליחה על האיחור, היה לי משהו דחוף עם הורה”.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200"/>
              <a:t>הוא נראה מתוח. כשאתם שואלים איך הוא, הוא עונה: "הכל בסדר, סתם… עניינים שוטפים. “יאללה, מה רצית שנדבר עליו היום?”. הוא מסתכל על השעון, המחשב שלו מצפצף - הודעות נכנסות ללא הפסקה.</a:t>
            </a:r>
            <a:endParaRPr sz="3200"/>
          </a:p>
        </p:txBody>
      </p:sp>
      <p:pic>
        <p:nvPicPr>
          <p:cNvPr id="307" name="Google Shape;307;g36fb784d2fc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6fb784d2fc_0_13"/>
          <p:cNvSpPr txBox="1"/>
          <p:nvPr>
            <p:ph idx="1" type="body"/>
          </p:nvPr>
        </p:nvSpPr>
        <p:spPr>
          <a:xfrm>
            <a:off x="167950" y="377850"/>
            <a:ext cx="10394400" cy="5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283464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/>
              <a:t>בעודכם מנסים לפתוח שיחה על אתגרים, עומר אומר: “תראה, אני מנהל הכל. יש לחצים, אבל זה חלק מהתפקיד…”. פתאום - דפיקה חזקה על הדלת.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נכנסת רחל, המזכירה הוותיקה (20 שנה בבית הספר), נראית כועסת: “עומר, אני חייבת לדבר איתך עכשיו!”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עומר (מנסה להישאר רגוע): “רחל, אני בפגישה. אפשר בעוד חצי שעה?”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רחל: “לא! זו בדיוק הבעיה - אתה תמיד ‘בפגישה’, אתה תמיד ‘עסוק’. שלוש מורות חיכו לך היום ולא קיבלו תשובה על הבקשות שלהן מלפני שבוע!”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200"/>
              <a:t>עומר (מתוח): “רחל, אני מבקש זה לא המקום…”</a:t>
            </a:r>
            <a:endParaRPr sz="3200"/>
          </a:p>
        </p:txBody>
      </p:sp>
      <p:pic>
        <p:nvPicPr>
          <p:cNvPr id="314" name="Google Shape;314;g36fb784d2fc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6fb784d2fc_0_19"/>
          <p:cNvSpPr txBox="1"/>
          <p:nvPr>
            <p:ph idx="1" type="body"/>
          </p:nvPr>
        </p:nvSpPr>
        <p:spPr>
          <a:xfrm>
            <a:off x="139950" y="629750"/>
            <a:ext cx="10394400" cy="5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83464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/>
              <a:t>רחל: “אז מתי המקום? המורים מדברים, עומר. אתה לא זמין, אתה לא עונה להודעות, ואתה מבטל פגישות. זה לא עובד ככה!”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היא יוצאת וטורקת את הדלת.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200"/>
              <a:t>עומר נראה נבוך ופגוע. “זה… זה לא נכון… אני עובד 12 שעות ביום. הסגנית שלי (מנוסה, 15 שנה בהנהלה) תמיד מציעה ‘עזרה’ - אני מרגיש שהיא חושבת שאני לא מסוגל. המורים הוותיקים משווים אותי למנהל הקודם - ‘הוא היה תמיד זמין’, ‘הוא היה יודע מה לעשות. במפגש הקודם איתך לא רציתי להגיד כלום כי חשבתי שתחשוב שעשו טעות במינוי שלי. אני עובד עד 22:00 כל יום, ועדיין מרגיש שאני לא עושה מספיק”</a:t>
            </a:r>
            <a:endParaRPr sz="3200"/>
          </a:p>
        </p:txBody>
      </p:sp>
      <p:pic>
        <p:nvPicPr>
          <p:cNvPr id="321" name="Google Shape;321;g36fb784d2fc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6fb784d2fc_0_25"/>
          <p:cNvSpPr txBox="1"/>
          <p:nvPr>
            <p:ph type="title"/>
          </p:nvPr>
        </p:nvSpPr>
        <p:spPr>
          <a:xfrm>
            <a:off x="4180300" y="0"/>
            <a:ext cx="299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בזוגות</a:t>
            </a:r>
            <a:endParaRPr sz="6000"/>
          </a:p>
        </p:txBody>
      </p:sp>
      <p:sp>
        <p:nvSpPr>
          <p:cNvPr id="328" name="Google Shape;328;g36fb784d2fc_0_25"/>
          <p:cNvSpPr txBox="1"/>
          <p:nvPr>
            <p:ph idx="1" type="body"/>
          </p:nvPr>
        </p:nvSpPr>
        <p:spPr>
          <a:xfrm>
            <a:off x="7175500" y="3324767"/>
            <a:ext cx="2024400" cy="1563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6000">
                <a:solidFill>
                  <a:srgbClr val="FFFFFF"/>
                </a:solidFill>
              </a:rPr>
              <a:t>נמכר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329" name="Google Shape;329;g36fb784d2fc_0_25"/>
          <p:cNvSpPr txBox="1"/>
          <p:nvPr>
            <p:ph idx="1" type="body"/>
          </p:nvPr>
        </p:nvSpPr>
        <p:spPr>
          <a:xfrm>
            <a:off x="1139525" y="3257924"/>
            <a:ext cx="2802000" cy="15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6000">
                <a:solidFill>
                  <a:srgbClr val="FFFFFF"/>
                </a:solidFill>
              </a:rPr>
              <a:t>לא נמכר</a:t>
            </a:r>
            <a:endParaRPr sz="6000">
              <a:solidFill>
                <a:srgbClr val="FFFFFF"/>
              </a:solidFill>
            </a:endParaRPr>
          </a:p>
        </p:txBody>
      </p:sp>
      <p:pic>
        <p:nvPicPr>
          <p:cNvPr id="330" name="Google Shape;330;g36fb784d2fc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6fb784d2fc_0_25"/>
          <p:cNvSpPr txBox="1"/>
          <p:nvPr>
            <p:ph idx="1" type="body"/>
          </p:nvPr>
        </p:nvSpPr>
        <p:spPr>
          <a:xfrm>
            <a:off x="1286725" y="1310150"/>
            <a:ext cx="8369700" cy="4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283464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/>
              <a:t>מה המחשבות שעולות לך?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איך תגיב/י?     (לענות מהר בלי לחשוב יותר מדי)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איזו מטרה תשיג/י באמצעות התגובה?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האם דרך הפעולה השיגה את המטרה שהגדרת?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האם באפשרותך לחשוב על דרך פעולה נוספת?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נסה/י לחשוב על דרך פעולה שלישית. האם את/ה מצליח/ה?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אילו דרכי הפעולה משרתים את המטרה שהגדרת?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fb784d2fc_0_36"/>
          <p:cNvSpPr txBox="1"/>
          <p:nvPr>
            <p:ph idx="1" type="body"/>
          </p:nvPr>
        </p:nvSpPr>
        <p:spPr>
          <a:xfrm>
            <a:off x="139950" y="629750"/>
            <a:ext cx="10394400" cy="5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83464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/>
              <a:t>בינתיים - נקישה על הדלת.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הסגנית מציצה: “עומר, ההורה של תומר מכיתה ט’ כבר מחכה לך 20 דקות בקבלת קהל…”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עומר: “אלוהים, שכחתי לגמרי!”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הוא מסתכל עליכם: “אני לא יודע מה לעשות…”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200"/>
              <a:t>באותו רגע - הודעת וואטסאפ נכנסת לטלפון שלו. הוא מסתכל ואומר: “זה מהקבוצה של צוות ההנהלה. כתבו פה: ‘פגישת הצוות של מחר מתבטלת - עומר ביקש לדחות’. אני לא ביקשתי לדחות! מי כתב את זה?!”</a:t>
            </a:r>
            <a:endParaRPr sz="3200"/>
          </a:p>
        </p:txBody>
      </p:sp>
      <p:pic>
        <p:nvPicPr>
          <p:cNvPr id="338" name="Google Shape;338;g36fb784d2fc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6fb784d2fc_0_42"/>
          <p:cNvSpPr txBox="1"/>
          <p:nvPr>
            <p:ph idx="1" type="body"/>
          </p:nvPr>
        </p:nvSpPr>
        <p:spPr>
          <a:xfrm>
            <a:off x="139950" y="629750"/>
            <a:ext cx="10394400" cy="5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283464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/>
              <a:t>הוא נראה בהלם: “מישהו מבטל בשמי פגישות??”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השעה 16:20 - גילוי מפתיע. עומר בודק במהירות ומגלה - הסגנית שלו שלחה את ההודעה.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הוא מתקשר אליה: “למה ביטלת את הפגישה מחר?”. הוא מקשיב, והפנים שלו משתנות.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מנתק: “היא אמרה ש… שהיא ראתה שאני מוצף, ושהיא ‘רק רצתה לעזור’. היא אמרה שהיא יכולה להחליט במקומי כי ‘בכל מקרה אתה לא מספיק לעקוב אחרי הכל’”.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3200"/>
              <a:t>עומר נראה נפגע, כועס ומבולבל. “זה… זה חציית גבול, נכון? או שאני מגזים? אולי אני באמת צריך שמישהו יחליט בשבילי?”</a:t>
            </a:r>
            <a:endParaRPr sz="3200"/>
          </a:p>
        </p:txBody>
      </p:sp>
      <p:pic>
        <p:nvPicPr>
          <p:cNvPr id="345" name="Google Shape;345;g36fb784d2fc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fb784d2fc_0_58"/>
          <p:cNvSpPr txBox="1"/>
          <p:nvPr>
            <p:ph type="title"/>
          </p:nvPr>
        </p:nvSpPr>
        <p:spPr>
          <a:xfrm>
            <a:off x="4180300" y="0"/>
            <a:ext cx="2995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בזוגות</a:t>
            </a:r>
            <a:endParaRPr sz="6000"/>
          </a:p>
        </p:txBody>
      </p:sp>
      <p:sp>
        <p:nvSpPr>
          <p:cNvPr id="352" name="Google Shape;352;g36fb784d2fc_0_58"/>
          <p:cNvSpPr txBox="1"/>
          <p:nvPr>
            <p:ph idx="1" type="body"/>
          </p:nvPr>
        </p:nvSpPr>
        <p:spPr>
          <a:xfrm>
            <a:off x="7175500" y="3324767"/>
            <a:ext cx="2024400" cy="1563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6000">
                <a:solidFill>
                  <a:srgbClr val="FFFFFF"/>
                </a:solidFill>
              </a:rPr>
              <a:t>נמכר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353" name="Google Shape;353;g36fb784d2fc_0_58"/>
          <p:cNvSpPr txBox="1"/>
          <p:nvPr>
            <p:ph idx="1" type="body"/>
          </p:nvPr>
        </p:nvSpPr>
        <p:spPr>
          <a:xfrm>
            <a:off x="1139525" y="3257924"/>
            <a:ext cx="2802000" cy="15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6000">
                <a:solidFill>
                  <a:srgbClr val="FFFFFF"/>
                </a:solidFill>
              </a:rPr>
              <a:t>לא נמכר</a:t>
            </a:r>
            <a:endParaRPr sz="6000">
              <a:solidFill>
                <a:srgbClr val="FFFFFF"/>
              </a:solidFill>
            </a:endParaRPr>
          </a:p>
        </p:txBody>
      </p:sp>
      <p:pic>
        <p:nvPicPr>
          <p:cNvPr id="354" name="Google Shape;354;g36fb784d2fc_0_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36fb784d2fc_0_58"/>
          <p:cNvSpPr txBox="1"/>
          <p:nvPr>
            <p:ph idx="1" type="body"/>
          </p:nvPr>
        </p:nvSpPr>
        <p:spPr>
          <a:xfrm>
            <a:off x="1286725" y="1310150"/>
            <a:ext cx="8369700" cy="4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283464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200"/>
              <a:t>מה המחשבות שעולות לך?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איך תגיב/י?     (לענות מהר בלי לחשוב יותר מדי)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איזו מטרה תשיג/י באמצעות התגובה?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האם דרך הפעולה השיגה את המטרה שהגדרת?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האם באפשרותך לחשוב על דרך פעולה נוספת?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נסה/י לחשוב על דרך פעולה שלישית. האם את/ה מצליח/ה?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3200"/>
              <a:t>אילו דרכי הפעולה משרתים את המטרה שהגדרת?</a:t>
            </a:r>
            <a:endParaRPr sz="3200"/>
          </a:p>
          <a:p>
            <a:pPr indent="0" lvl="0" marL="283464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fb784d2fc_0_67"/>
          <p:cNvSpPr txBox="1"/>
          <p:nvPr>
            <p:ph type="title"/>
          </p:nvPr>
        </p:nvSpPr>
        <p:spPr>
          <a:xfrm>
            <a:off x="4180300" y="0"/>
            <a:ext cx="3631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ברביעיות</a:t>
            </a:r>
            <a:endParaRPr sz="6000"/>
          </a:p>
        </p:txBody>
      </p:sp>
      <p:sp>
        <p:nvSpPr>
          <p:cNvPr id="362" name="Google Shape;362;g36fb784d2fc_0_67"/>
          <p:cNvSpPr txBox="1"/>
          <p:nvPr>
            <p:ph idx="1" type="body"/>
          </p:nvPr>
        </p:nvSpPr>
        <p:spPr>
          <a:xfrm>
            <a:off x="7175500" y="3324767"/>
            <a:ext cx="2024400" cy="1563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6000">
                <a:solidFill>
                  <a:srgbClr val="FFFFFF"/>
                </a:solidFill>
              </a:rPr>
              <a:t>נמכר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363" name="Google Shape;363;g36fb784d2fc_0_67"/>
          <p:cNvSpPr txBox="1"/>
          <p:nvPr>
            <p:ph idx="1" type="body"/>
          </p:nvPr>
        </p:nvSpPr>
        <p:spPr>
          <a:xfrm>
            <a:off x="1139525" y="3257924"/>
            <a:ext cx="2802000" cy="15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6000">
                <a:solidFill>
                  <a:srgbClr val="FFFFFF"/>
                </a:solidFill>
              </a:rPr>
              <a:t>לא נמכר</a:t>
            </a:r>
            <a:endParaRPr sz="6000">
              <a:solidFill>
                <a:srgbClr val="FFFFFF"/>
              </a:solidFill>
            </a:endParaRPr>
          </a:p>
        </p:txBody>
      </p:sp>
      <p:pic>
        <p:nvPicPr>
          <p:cNvPr id="364" name="Google Shape;364;g36fb784d2fc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6fb784d2fc_0_67"/>
          <p:cNvSpPr txBox="1"/>
          <p:nvPr>
            <p:ph idx="1" type="body"/>
          </p:nvPr>
        </p:nvSpPr>
        <p:spPr>
          <a:xfrm>
            <a:off x="1228500" y="1143000"/>
            <a:ext cx="9735000" cy="46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1" algn="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3200"/>
              <a:buAutoNum type="arabicPeriod"/>
            </a:pPr>
            <a:r>
              <a:rPr lang="en-US" sz="3200"/>
              <a:t>מה ההבדלים בין התגובה הראשונה לבין התגובות שבאו אחריהן?</a:t>
            </a:r>
            <a:endParaRPr sz="3200"/>
          </a:p>
          <a:p>
            <a:pPr indent="-4318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 sz="3200"/>
              <a:t>איך הרגשת כשהתבקשת לחשוב על תגובות נוספות?</a:t>
            </a:r>
            <a:endParaRPr sz="3200"/>
          </a:p>
          <a:p>
            <a:pPr indent="-4318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 sz="3200"/>
              <a:t>אילו מהתגובות היו טובות יותר ביחס למטרה?</a:t>
            </a:r>
            <a:endParaRPr sz="3200"/>
          </a:p>
          <a:p>
            <a:pPr indent="-4318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 sz="3200"/>
              <a:t>האם יש מכנה משותף לתגובות הראשוניות?</a:t>
            </a:r>
            <a:endParaRPr sz="3200"/>
          </a:p>
          <a:p>
            <a:pPr indent="-4318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en-US" sz="3200"/>
              <a:t>מה יעזור לך להיות יותר גמישה ביכולת התגובה שלך?</a:t>
            </a:r>
            <a:endParaRPr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9fdd17d76a_0_26"/>
          <p:cNvSpPr txBox="1"/>
          <p:nvPr>
            <p:ph type="ctrTitle"/>
          </p:nvPr>
        </p:nvSpPr>
        <p:spPr>
          <a:xfrm>
            <a:off x="1167494" y="177553"/>
            <a:ext cx="62460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/>
              <a:t>ליווי מנהלים ותיקים</a:t>
            </a:r>
            <a:endParaRPr sz="9200"/>
          </a:p>
        </p:txBody>
      </p:sp>
      <p:sp>
        <p:nvSpPr>
          <p:cNvPr id="372" name="Google Shape;372;g39fdd17d76a_0_26"/>
          <p:cNvSpPr txBox="1"/>
          <p:nvPr>
            <p:ph idx="1" type="subTitle"/>
          </p:nvPr>
        </p:nvSpPr>
        <p:spPr>
          <a:xfrm>
            <a:off x="0" y="3161901"/>
            <a:ext cx="7113900" cy="32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None/>
            </a:pPr>
            <a:r>
              <a:t/>
            </a:r>
            <a:endParaRPr sz="4500"/>
          </a:p>
        </p:txBody>
      </p:sp>
      <p:pic>
        <p:nvPicPr>
          <p:cNvPr id="373" name="Google Shape;373;g39fdd17d76a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69575" y="81425"/>
            <a:ext cx="2133699" cy="169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fcc1bee09_0_224"/>
          <p:cNvSpPr txBox="1"/>
          <p:nvPr>
            <p:ph type="title"/>
          </p:nvPr>
        </p:nvSpPr>
        <p:spPr>
          <a:xfrm>
            <a:off x="1167492" y="136526"/>
            <a:ext cx="96012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יריד מכירות</a:t>
            </a:r>
            <a:endParaRPr sz="6000"/>
          </a:p>
        </p:txBody>
      </p:sp>
      <p:sp>
        <p:nvSpPr>
          <p:cNvPr id="380" name="Google Shape;380;g39fcc1bee09_0_224"/>
          <p:cNvSpPr txBox="1"/>
          <p:nvPr>
            <p:ph idx="1" type="body"/>
          </p:nvPr>
        </p:nvSpPr>
        <p:spPr>
          <a:xfrm>
            <a:off x="374325" y="2053625"/>
            <a:ext cx="10394400" cy="3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320" lvl="0" marL="457200" rtl="1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20"/>
              <a:buChar char="●"/>
            </a:pPr>
            <a:r>
              <a:rPr lang="en-US" sz="2720"/>
              <a:t>כתבו על דפים מה אתם מציעים למנהלים עמיתים כאן - צרכים אמיתיים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0"/>
              <a:buChar char="●"/>
            </a:pPr>
            <a:r>
              <a:rPr lang="en-US" sz="2720"/>
              <a:t>בכל דף - משהו אחד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0"/>
              <a:buChar char="●"/>
            </a:pPr>
            <a:r>
              <a:rPr lang="en-US" sz="2720"/>
              <a:t>דוגמאות: שיפור באקלים, מנהיגות מובילה, דרג הביניים איתן, אוטונומיה, שינוי אזורי רישום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0"/>
              <a:buChar char="●"/>
            </a:pPr>
            <a:r>
              <a:rPr lang="en-US" sz="2720"/>
              <a:t>מה לא (מה שאפשר לקנות): עוד מורים, תקציב, תוכניות תוספתיות</a:t>
            </a:r>
            <a:endParaRPr sz="2720"/>
          </a:p>
        </p:txBody>
      </p:sp>
      <p:pic>
        <p:nvPicPr>
          <p:cNvPr id="381" name="Google Shape;381;g39fcc1bee09_0_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9fcc1bee09_0_231"/>
          <p:cNvSpPr txBox="1"/>
          <p:nvPr>
            <p:ph type="title"/>
          </p:nvPr>
        </p:nvSpPr>
        <p:spPr>
          <a:xfrm>
            <a:off x="1167492" y="136526"/>
            <a:ext cx="96012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יריד מכירות</a:t>
            </a:r>
            <a:endParaRPr sz="6000"/>
          </a:p>
        </p:txBody>
      </p:sp>
      <p:sp>
        <p:nvSpPr>
          <p:cNvPr id="388" name="Google Shape;388;g39fcc1bee09_0_231"/>
          <p:cNvSpPr txBox="1"/>
          <p:nvPr>
            <p:ph idx="1" type="body"/>
          </p:nvPr>
        </p:nvSpPr>
        <p:spPr>
          <a:xfrm>
            <a:off x="374325" y="2053625"/>
            <a:ext cx="10394400" cy="3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1320" lvl="0" marL="457200" rtl="1" algn="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720"/>
              <a:buChar char="●"/>
            </a:pPr>
            <a:r>
              <a:rPr lang="en-US" sz="2720"/>
              <a:t>קנו מוצרים שאתם מעוניינים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0"/>
              <a:buChar char="●"/>
            </a:pPr>
            <a:r>
              <a:rPr lang="en-US" sz="2720"/>
              <a:t>מכרו מוצרים שלכם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0"/>
              <a:buChar char="●"/>
            </a:pPr>
            <a:r>
              <a:rPr lang="en-US" sz="2720"/>
              <a:t>כל מוצר ניתן למכירה פעם אחת בלבד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0"/>
              <a:buChar char="●"/>
            </a:pPr>
            <a:r>
              <a:rPr lang="en-US" sz="2720"/>
              <a:t>אפשר לשכנע בכל דרך</a:t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720"/>
              <a:t>מטרות:</a:t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720"/>
              <a:t>1. להיות עשירים</a:t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720"/>
              <a:t>2. אוסף מוצרים שבדיוק מתאים לכם</a:t>
            </a:r>
            <a:endParaRPr sz="2720"/>
          </a:p>
        </p:txBody>
      </p:sp>
      <p:pic>
        <p:nvPicPr>
          <p:cNvPr id="389" name="Google Shape;389;g39fcc1bee09_0_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fcc1bee09_0_237"/>
          <p:cNvSpPr txBox="1"/>
          <p:nvPr>
            <p:ph type="title"/>
          </p:nvPr>
        </p:nvSpPr>
        <p:spPr>
          <a:xfrm>
            <a:off x="1167492" y="136526"/>
            <a:ext cx="96012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יריד מכירות</a:t>
            </a:r>
            <a:endParaRPr sz="6000"/>
          </a:p>
        </p:txBody>
      </p:sp>
      <p:sp>
        <p:nvSpPr>
          <p:cNvPr id="396" name="Google Shape;396;g39fcc1bee09_0_237"/>
          <p:cNvSpPr/>
          <p:nvPr/>
        </p:nvSpPr>
        <p:spPr>
          <a:xfrm>
            <a:off x="6423525" y="2548925"/>
            <a:ext cx="3759900" cy="2222400"/>
          </a:xfrm>
          <a:prstGeom prst="ellipse">
            <a:avLst/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g39fcc1bee09_0_237"/>
          <p:cNvSpPr txBox="1"/>
          <p:nvPr>
            <p:ph idx="1" type="body"/>
          </p:nvPr>
        </p:nvSpPr>
        <p:spPr>
          <a:xfrm>
            <a:off x="626975" y="3140950"/>
            <a:ext cx="3827100" cy="26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2720"/>
              <a:t>נמכר</a:t>
            </a:r>
            <a:endParaRPr sz="2720"/>
          </a:p>
        </p:txBody>
      </p:sp>
      <p:sp>
        <p:nvSpPr>
          <p:cNvPr id="398" name="Google Shape;398;g39fcc1bee09_0_237"/>
          <p:cNvSpPr/>
          <p:nvPr/>
        </p:nvSpPr>
        <p:spPr>
          <a:xfrm>
            <a:off x="827700" y="2548925"/>
            <a:ext cx="3759900" cy="2222400"/>
          </a:xfrm>
          <a:prstGeom prst="ellipse">
            <a:avLst/>
          </a:prstGeom>
          <a:solidFill>
            <a:srgbClr val="134F5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9" name="Google Shape;399;g39fcc1bee09_0_237"/>
          <p:cNvSpPr txBox="1"/>
          <p:nvPr>
            <p:ph idx="1" type="body"/>
          </p:nvPr>
        </p:nvSpPr>
        <p:spPr>
          <a:xfrm>
            <a:off x="7175500" y="3324767"/>
            <a:ext cx="2024400" cy="1563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6000">
                <a:solidFill>
                  <a:srgbClr val="FFFFFF"/>
                </a:solidFill>
              </a:rPr>
              <a:t>נמכר</a:t>
            </a:r>
            <a:endParaRPr sz="6000">
              <a:solidFill>
                <a:srgbClr val="FFFFFF"/>
              </a:solidFill>
            </a:endParaRPr>
          </a:p>
        </p:txBody>
      </p:sp>
      <p:sp>
        <p:nvSpPr>
          <p:cNvPr id="400" name="Google Shape;400;g39fcc1bee09_0_237"/>
          <p:cNvSpPr txBox="1"/>
          <p:nvPr>
            <p:ph idx="1" type="body"/>
          </p:nvPr>
        </p:nvSpPr>
        <p:spPr>
          <a:xfrm>
            <a:off x="1139525" y="3257924"/>
            <a:ext cx="2802000" cy="15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None/>
            </a:pPr>
            <a:r>
              <a:rPr lang="en-US" sz="6000">
                <a:solidFill>
                  <a:srgbClr val="FFFFFF"/>
                </a:solidFill>
              </a:rPr>
              <a:t>לא </a:t>
            </a:r>
            <a:r>
              <a:rPr lang="en-US" sz="6000">
                <a:solidFill>
                  <a:srgbClr val="FFFFFF"/>
                </a:solidFill>
              </a:rPr>
              <a:t>נמכר</a:t>
            </a:r>
            <a:endParaRPr sz="6000">
              <a:solidFill>
                <a:srgbClr val="FFFFFF"/>
              </a:solidFill>
            </a:endParaRPr>
          </a:p>
        </p:txBody>
      </p:sp>
      <p:pic>
        <p:nvPicPr>
          <p:cNvPr id="401" name="Google Shape;401;g39fcc1bee09_0_2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a2f4a16c7f_1_9"/>
          <p:cNvSpPr txBox="1"/>
          <p:nvPr>
            <p:ph type="title"/>
          </p:nvPr>
        </p:nvSpPr>
        <p:spPr>
          <a:xfrm>
            <a:off x="9165169" y="1889000"/>
            <a:ext cx="20880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תרגול</a:t>
            </a:r>
            <a:endParaRPr sz="6000"/>
          </a:p>
        </p:txBody>
      </p:sp>
      <p:sp>
        <p:nvSpPr>
          <p:cNvPr id="408" name="Google Shape;408;g3a2f4a16c7f_1_9"/>
          <p:cNvSpPr txBox="1"/>
          <p:nvPr>
            <p:ph idx="1" type="body"/>
          </p:nvPr>
        </p:nvSpPr>
        <p:spPr>
          <a:xfrm>
            <a:off x="207250" y="576175"/>
            <a:ext cx="8809800" cy="4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/>
              <a:t>מה</a:t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720"/>
              <a:t>מפגש מנטורינג בפועל, לא סימולציה</a:t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720"/>
              <a:t>מטרה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סיעור מוחות, פתיחת המחשבה, יצירתיות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להשאיר פתוח ללא החלטות או פתרונות</a:t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2720"/>
              <a:t>הכנות</a:t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720"/>
              <a:t>מה מבחינתך יחשב כמפגש מוצלח</a:t>
            </a:r>
            <a:endParaRPr sz="2720"/>
          </a:p>
        </p:txBody>
      </p:sp>
      <p:pic>
        <p:nvPicPr>
          <p:cNvPr id="409" name="Google Shape;409;g3a2f4a16c7f_1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9fcc1bee09_0_250"/>
          <p:cNvSpPr txBox="1"/>
          <p:nvPr>
            <p:ph type="title"/>
          </p:nvPr>
        </p:nvSpPr>
        <p:spPr>
          <a:xfrm>
            <a:off x="9165169" y="1889000"/>
            <a:ext cx="20880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תרגול</a:t>
            </a:r>
            <a:endParaRPr sz="6000"/>
          </a:p>
        </p:txBody>
      </p:sp>
      <p:sp>
        <p:nvSpPr>
          <p:cNvPr id="416" name="Google Shape;416;g39fcc1bee09_0_250"/>
          <p:cNvSpPr txBox="1"/>
          <p:nvPr>
            <p:ph idx="1" type="body"/>
          </p:nvPr>
        </p:nvSpPr>
        <p:spPr>
          <a:xfrm>
            <a:off x="207250" y="576175"/>
            <a:ext cx="8809800" cy="4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/>
              <a:t>איך?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הקשבה</a:t>
            </a:r>
            <a:br>
              <a:rPr lang="en-US" sz="2720"/>
            </a:br>
            <a:r>
              <a:rPr lang="en-US" sz="2720"/>
              <a:t>נוכחות, ללא ביקורתיות או שיפוטיות, הקשבה למה שנאמר וגם למה שלא נאמר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חקר</a:t>
            </a:r>
            <a:br>
              <a:rPr lang="en-US" sz="2720"/>
            </a:br>
            <a:r>
              <a:rPr lang="en-US" sz="2720"/>
              <a:t>שאלות פתוחות וסקרניות שמעמיקות את ההבנה. המטרה היא לברר, לא להוכיח</a:t>
            </a:r>
            <a:endParaRPr sz="2720"/>
          </a:p>
        </p:txBody>
      </p:sp>
      <p:pic>
        <p:nvPicPr>
          <p:cNvPr id="417" name="Google Shape;417;g39fcc1bee09_0_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2f4a16c7f_1_28"/>
          <p:cNvSpPr txBox="1"/>
          <p:nvPr>
            <p:ph type="title"/>
          </p:nvPr>
        </p:nvSpPr>
        <p:spPr>
          <a:xfrm>
            <a:off x="9165169" y="1889000"/>
            <a:ext cx="20880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תרגול</a:t>
            </a:r>
            <a:endParaRPr sz="6000"/>
          </a:p>
        </p:txBody>
      </p:sp>
      <p:sp>
        <p:nvSpPr>
          <p:cNvPr id="424" name="Google Shape;424;g3a2f4a16c7f_1_28"/>
          <p:cNvSpPr txBox="1"/>
          <p:nvPr>
            <p:ph idx="1" type="body"/>
          </p:nvPr>
        </p:nvSpPr>
        <p:spPr>
          <a:xfrm>
            <a:off x="207250" y="576175"/>
            <a:ext cx="8809800" cy="4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/>
              <a:t>איך?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הצעת כיוונים</a:t>
            </a:r>
            <a:br>
              <a:rPr lang="en-US" sz="2720"/>
            </a:br>
            <a:r>
              <a:rPr lang="en-US" sz="2720"/>
              <a:t>שיתוף ברעיונות, אפשרויות או נקודות מבט חדשות כהזמנה לחשיבה, לא כהנחיה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לא פתרונות</a:t>
            </a:r>
            <a:br>
              <a:rPr lang="en-US" sz="2720"/>
            </a:br>
            <a:r>
              <a:rPr lang="en-US" sz="2720"/>
              <a:t>לעורר תובנות ומחשבות, פתרונות נמצאים אצל המנטי</a:t>
            </a:r>
            <a:endParaRPr sz="2720"/>
          </a:p>
          <a:p>
            <a:pPr indent="0" lvl="0" marL="0" rtl="1" algn="r">
              <a:lnSpc>
                <a:spcPct val="7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720"/>
          </a:p>
        </p:txBody>
      </p:sp>
      <p:pic>
        <p:nvPicPr>
          <p:cNvPr id="425" name="Google Shape;425;g3a2f4a16c7f_1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2f4a16c7f_3_0"/>
          <p:cNvSpPr txBox="1"/>
          <p:nvPr>
            <p:ph type="title"/>
          </p:nvPr>
        </p:nvSpPr>
        <p:spPr>
          <a:xfrm>
            <a:off x="9165169" y="1889000"/>
            <a:ext cx="20880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תרגול</a:t>
            </a:r>
            <a:endParaRPr sz="6000"/>
          </a:p>
        </p:txBody>
      </p:sp>
      <p:sp>
        <p:nvSpPr>
          <p:cNvPr id="432" name="Google Shape;432;g3a2f4a16c7f_3_0"/>
          <p:cNvSpPr txBox="1"/>
          <p:nvPr>
            <p:ph idx="1" type="body"/>
          </p:nvPr>
        </p:nvSpPr>
        <p:spPr>
          <a:xfrm>
            <a:off x="207250" y="576175"/>
            <a:ext cx="8809800" cy="4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/>
              <a:t>לאן? - לעומק 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מורכבות</a:t>
            </a:r>
            <a:br>
              <a:rPr lang="en-US" sz="2720"/>
            </a:br>
            <a:r>
              <a:rPr lang="en-US" sz="2720"/>
              <a:t>ריבוי גורמים והשפעות, אי-בהירות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מערכתי</a:t>
            </a:r>
            <a:br>
              <a:rPr lang="en-US" sz="2720"/>
            </a:br>
            <a:r>
              <a:rPr lang="en-US" sz="2720"/>
              <a:t>אקו סיסטם, תרבות, ארגון, קהילה, פוליטיקה, חינוך</a:t>
            </a:r>
            <a:endParaRPr sz="2720"/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720"/>
          </a:p>
        </p:txBody>
      </p:sp>
      <p:pic>
        <p:nvPicPr>
          <p:cNvPr id="433" name="Google Shape;433;g3a2f4a16c7f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2f4a16c7f_1_17"/>
          <p:cNvSpPr txBox="1"/>
          <p:nvPr>
            <p:ph type="title"/>
          </p:nvPr>
        </p:nvSpPr>
        <p:spPr>
          <a:xfrm>
            <a:off x="9165169" y="1889000"/>
            <a:ext cx="2088000" cy="165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sz="6000"/>
              <a:t>תרגול</a:t>
            </a:r>
            <a:endParaRPr sz="6000"/>
          </a:p>
        </p:txBody>
      </p:sp>
      <p:sp>
        <p:nvSpPr>
          <p:cNvPr id="440" name="Google Shape;440;g3a2f4a16c7f_1_17"/>
          <p:cNvSpPr txBox="1"/>
          <p:nvPr>
            <p:ph idx="1" type="body"/>
          </p:nvPr>
        </p:nvSpPr>
        <p:spPr>
          <a:xfrm>
            <a:off x="207250" y="576175"/>
            <a:ext cx="8809800" cy="4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720"/>
              <a:t>לאן? - מתרחב (לא מתחת לפנס)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תחומים אחרים</a:t>
            </a:r>
            <a:br>
              <a:rPr lang="en-US" sz="2720"/>
            </a:br>
            <a:r>
              <a:rPr lang="en-US" sz="2720"/>
              <a:t>המקומות הלא ברורים מאליו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לכאורה מנותק מההקשר</a:t>
            </a:r>
            <a:br>
              <a:rPr lang="en-US" sz="2720"/>
            </a:br>
            <a:r>
              <a:rPr lang="en-US" sz="2720"/>
              <a:t>הכל קשור בהכל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טווח ארוך</a:t>
            </a:r>
            <a:br>
              <a:rPr lang="en-US" sz="2720"/>
            </a:br>
            <a:r>
              <a:rPr lang="en-US" sz="2720"/>
              <a:t>הסתכלות קדימה, על מגמות והתפתחות לאורך זמן</a:t>
            </a:r>
            <a:endParaRPr sz="2720"/>
          </a:p>
          <a:p>
            <a:pPr indent="-40132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720"/>
              <a:buChar char="●"/>
            </a:pPr>
            <a:r>
              <a:rPr lang="en-US" sz="2720"/>
              <a:t>אישי</a:t>
            </a:r>
            <a:br>
              <a:rPr lang="en-US" sz="2720"/>
            </a:br>
            <a:r>
              <a:rPr lang="en-US" sz="2720"/>
              <a:t>המנטי כמנהל</a:t>
            </a:r>
            <a:br>
              <a:rPr lang="en-US" sz="2720"/>
            </a:br>
            <a:endParaRPr sz="2720"/>
          </a:p>
        </p:txBody>
      </p:sp>
      <p:pic>
        <p:nvPicPr>
          <p:cNvPr id="441" name="Google Shape;441;g3a2f4a16c7f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37225"/>
            <a:ext cx="909050" cy="7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9fdd17d76a_0_41"/>
          <p:cNvSpPr txBox="1"/>
          <p:nvPr>
            <p:ph idx="4294967295" type="title"/>
          </p:nvPr>
        </p:nvSpPr>
        <p:spPr>
          <a:xfrm>
            <a:off x="2436700" y="2935375"/>
            <a:ext cx="5120700" cy="14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10000"/>
              <a:t>מפגש 4</a:t>
            </a:r>
            <a:endParaRPr sz="10000"/>
          </a:p>
        </p:txBody>
      </p:sp>
      <p:pic>
        <p:nvPicPr>
          <p:cNvPr id="448" name="Google Shape;448;g39fdd17d76a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0669" y="0"/>
            <a:ext cx="3702081" cy="2935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9fdd17d76a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7575" y="4563600"/>
            <a:ext cx="3702000" cy="2468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2025-10-21T05:24:32Z</dcterms:created>
  <dc:creator>Shlomit Kislev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b5194bbc-032f-47bb-9abc-b93ce9e451bf_Enabled">
    <vt:lpwstr>true</vt:lpwstr>
  </property>
  <property fmtid="{D5CDD505-2E9C-101B-9397-08002B2CF9AE}" pid="4" name="MSIP_Label_b5194bbc-032f-47bb-9abc-b93ce9e451bf_SetDate">
    <vt:lpwstr>2025-10-21T10:00:59Z</vt:lpwstr>
  </property>
  <property fmtid="{D5CDD505-2E9C-101B-9397-08002B2CF9AE}" pid="5" name="MSIP_Label_b5194bbc-032f-47bb-9abc-b93ce9e451bf_Method">
    <vt:lpwstr>Standard</vt:lpwstr>
  </property>
  <property fmtid="{D5CDD505-2E9C-101B-9397-08002B2CF9AE}" pid="6" name="MSIP_Label_b5194bbc-032f-47bb-9abc-b93ce9e451bf_Name">
    <vt:lpwstr>defa4170-0d19-0005-0004-bc88714345d2</vt:lpwstr>
  </property>
  <property fmtid="{D5CDD505-2E9C-101B-9397-08002B2CF9AE}" pid="7" name="MSIP_Label_b5194bbc-032f-47bb-9abc-b93ce9e451bf_SiteId">
    <vt:lpwstr>89549929-c3f4-4716-8ef4-0b2d475c2d50</vt:lpwstr>
  </property>
  <property fmtid="{D5CDD505-2E9C-101B-9397-08002B2CF9AE}" pid="8" name="MSIP_Label_b5194bbc-032f-47bb-9abc-b93ce9e451bf_ActionId">
    <vt:lpwstr>169a5885-a53c-40de-a5f4-7886ad21ee37</vt:lpwstr>
  </property>
  <property fmtid="{D5CDD505-2E9C-101B-9397-08002B2CF9AE}" pid="9" name="MSIP_Label_b5194bbc-032f-47bb-9abc-b93ce9e451bf_ContentBits">
    <vt:lpwstr>0</vt:lpwstr>
  </property>
  <property fmtid="{D5CDD505-2E9C-101B-9397-08002B2CF9AE}" pid="10" name="MSIP_Label_b5194bbc-032f-47bb-9abc-b93ce9e451bf_Tag">
    <vt:lpwstr>10, 3, 0, 1</vt:lpwstr>
  </property>
</Properties>
</file>