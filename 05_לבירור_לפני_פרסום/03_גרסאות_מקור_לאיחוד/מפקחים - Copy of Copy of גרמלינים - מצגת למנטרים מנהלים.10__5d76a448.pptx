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278DF3-F396-484F-BA77-16345F118987}">
  <a:tblStyle styleId="{1B278DF3-F396-484F-BA77-16345F11898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694e8f01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694e8f01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66ee4db5e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66ee4db5e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4497e62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4497e62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1" algn="r">
              <a:lnSpc>
                <a:spcPct val="115000"/>
              </a:lnSpc>
              <a:spcBef>
                <a:spcPts val="1200"/>
              </a:spcBef>
              <a:spcAft>
                <a:spcPts val="0"/>
              </a:spcAft>
              <a:buClr>
                <a:schemeClr val="dk1"/>
              </a:buClr>
              <a:buSzPts val="1300"/>
              <a:buChar char="-"/>
            </a:pPr>
            <a:r>
              <a:rPr lang="en" sz="1300">
                <a:solidFill>
                  <a:schemeClr val="dk1"/>
                </a:solidFill>
              </a:rPr>
              <a:t>מהו החבל שכובל אותך?</a:t>
            </a:r>
            <a:endParaRPr sz="1300">
              <a:solidFill>
                <a:schemeClr val="dk1"/>
              </a:solidFill>
            </a:endParaRPr>
          </a:p>
          <a:p>
            <a:pPr indent="0" lvl="0" marL="0" rtl="1" algn="r">
              <a:lnSpc>
                <a:spcPct val="115000"/>
              </a:lnSpc>
              <a:spcBef>
                <a:spcPts val="1200"/>
              </a:spcBef>
              <a:spcAft>
                <a:spcPts val="1200"/>
              </a:spcAft>
              <a:buClr>
                <a:schemeClr val="dk1"/>
              </a:buClr>
              <a:buSzPts val="1100"/>
              <a:buFont typeface="Arial"/>
              <a:buNone/>
            </a:pPr>
            <a:r>
              <a:rPr lang="en" sz="1300">
                <a:solidFill>
                  <a:schemeClr val="dk1"/>
                </a:solidFill>
              </a:rPr>
              <a:t>הגרמלין שלנו פועל בדיוק כמו החבל של הפיל.</a:t>
            </a:r>
            <a:br>
              <a:rPr lang="en" sz="1300">
                <a:solidFill>
                  <a:schemeClr val="dk1"/>
                </a:solidFill>
              </a:rPr>
            </a:br>
            <a:r>
              <a:rPr lang="en" sz="1300">
                <a:solidFill>
                  <a:schemeClr val="dk1"/>
                </a:solidFill>
              </a:rPr>
              <a:t> הוא נוצר בזמן שהיינו קטנים, פחות מנוסים או פגיעים יותר.</a:t>
            </a:r>
            <a:br>
              <a:rPr lang="en" sz="1300">
                <a:solidFill>
                  <a:schemeClr val="dk1"/>
                </a:solidFill>
              </a:rPr>
            </a:br>
            <a:r>
              <a:rPr lang="en" sz="1300">
                <a:solidFill>
                  <a:schemeClr val="dk1"/>
                </a:solidFill>
              </a:rPr>
              <a:t> הוא נולד מתוך צורך להגן.</a:t>
            </a:r>
            <a:br>
              <a:rPr lang="en" sz="1300">
                <a:solidFill>
                  <a:schemeClr val="dk1"/>
                </a:solidFill>
              </a:rPr>
            </a:br>
            <a:r>
              <a:rPr lang="en" sz="1300">
                <a:solidFill>
                  <a:schemeClr val="dk1"/>
                </a:solidFill>
              </a:rPr>
              <a:t> אבל הוא נשאר גם כשהפכנו חזקים יותר.</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4497e623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4497e62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3f1530b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3f1530b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66ee4db5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66ee4db5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66ee4db5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66ee4db5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4497e623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4497e623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66ee4db5e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66ee4db5e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66ee4db5e_1_26: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145" name="Google Shape;145;g3c66ee4db5e_1_26: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g3c66ee4db5e_1_26: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4300d2915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c4300d2915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95000"/>
              </a:lnSpc>
              <a:spcBef>
                <a:spcPts val="0"/>
              </a:spcBef>
              <a:spcAft>
                <a:spcPts val="0"/>
              </a:spcAft>
              <a:buClr>
                <a:schemeClr val="dk1"/>
              </a:buClr>
              <a:buSzPts val="1100"/>
              <a:buFont typeface="Arial"/>
              <a:buNone/>
            </a:pPr>
            <a:r>
              <a:rPr lang="en" sz="2300">
                <a:solidFill>
                  <a:srgbClr val="595959"/>
                </a:solidFill>
              </a:rPr>
              <a:t>המטרה:לא לשנות את המחשבה אלא לשנות את היחס אליה</a:t>
            </a:r>
            <a:endParaRPr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4300d2915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4300d2915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8f43b692d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8f43b692d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66ee4db5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66ee4db5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66ee4db5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c66ee4db5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1" algn="r">
              <a:lnSpc>
                <a:spcPct val="115000"/>
              </a:lnSpc>
              <a:spcBef>
                <a:spcPts val="0"/>
              </a:spcBef>
              <a:spcAft>
                <a:spcPts val="0"/>
              </a:spcAft>
              <a:buClr>
                <a:schemeClr val="dk1"/>
              </a:buClr>
              <a:buSzPts val="1400"/>
              <a:buChar char="●"/>
            </a:pPr>
            <a:r>
              <a:rPr lang="en" sz="1400">
                <a:solidFill>
                  <a:schemeClr val="dk1"/>
                </a:solidFill>
              </a:rPr>
              <a:t>"המנטור ההוא היה שואל שאלה הרבה יותר עמוקה עכשיו". (השוואתית)</a:t>
            </a:r>
            <a:endParaRPr sz="1400">
              <a:solidFill>
                <a:schemeClr val="dk1"/>
              </a:solidFill>
            </a:endParaRPr>
          </a:p>
          <a:p>
            <a:pPr indent="-317500" lvl="0" marL="457200" rtl="1" algn="r">
              <a:lnSpc>
                <a:spcPct val="115000"/>
              </a:lnSpc>
              <a:spcBef>
                <a:spcPts val="0"/>
              </a:spcBef>
              <a:spcAft>
                <a:spcPts val="0"/>
              </a:spcAft>
              <a:buClr>
                <a:schemeClr val="dk1"/>
              </a:buClr>
              <a:buSzPts val="1400"/>
              <a:buChar char="●"/>
            </a:pPr>
            <a:r>
              <a:rPr lang="en" sz="1400">
                <a:solidFill>
                  <a:schemeClr val="dk1"/>
                </a:solidFill>
              </a:rPr>
              <a:t>"אני חייב להגיד משהו חכם כדי שיחשבו שאני מקצועי".(הצורך להרשים)</a:t>
            </a:r>
            <a:endParaRPr sz="1400">
              <a:solidFill>
                <a:schemeClr val="dk1"/>
              </a:solidFill>
            </a:endParaRPr>
          </a:p>
          <a:p>
            <a:pPr indent="-317500" lvl="0" marL="457200" rtl="1" algn="r">
              <a:lnSpc>
                <a:spcPct val="115000"/>
              </a:lnSpc>
              <a:spcBef>
                <a:spcPts val="0"/>
              </a:spcBef>
              <a:spcAft>
                <a:spcPts val="0"/>
              </a:spcAft>
              <a:buClr>
                <a:schemeClr val="dk1"/>
              </a:buClr>
              <a:buSzPts val="1400"/>
              <a:buChar char="●"/>
            </a:pPr>
            <a:r>
              <a:rPr lang="en" sz="1400">
                <a:solidFill>
                  <a:schemeClr val="dk1"/>
                </a:solidFill>
              </a:rPr>
              <a:t>חרדת ביצוע: "המונחה לא מתקדם, זה אומר שאני מנטור גרוע".</a:t>
            </a:r>
            <a:endParaRPr sz="1400">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4300d2915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4300d2915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8f43b692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8f43b692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3d845aa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3d845aa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66ee4db5e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66ee4db5e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c66ee4db5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c66ee4db5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66ee4db5e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66ee4db5e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66ee4db5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c66ee4db5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50" name="Shape 50"/>
        <p:cNvGrpSpPr/>
        <p:nvPr/>
      </p:nvGrpSpPr>
      <p:grpSpPr>
        <a:xfrm>
          <a:off x="0" y="0"/>
          <a:ext cx="0" cy="0"/>
          <a:chOff x="0" y="0"/>
          <a:chExt cx="0" cy="0"/>
        </a:xfrm>
      </p:grpSpPr>
      <p:sp>
        <p:nvSpPr>
          <p:cNvPr id="51" name="Google Shape;51;p13"/>
          <p:cNvSpPr txBox="1"/>
          <p:nvPr>
            <p:ph type="title"/>
          </p:nvPr>
        </p:nvSpPr>
        <p:spPr>
          <a:xfrm>
            <a:off x="676656" y="315468"/>
            <a:ext cx="4398300" cy="2715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p:nvPr>
            <p:ph idx="2" type="pic"/>
          </p:nvPr>
        </p:nvSpPr>
        <p:spPr>
          <a:xfrm>
            <a:off x="5719477" y="-6858"/>
            <a:ext cx="3436200" cy="4951800"/>
          </a:xfrm>
          <a:prstGeom prst="rect">
            <a:avLst/>
          </a:prstGeom>
          <a:noFill/>
          <a:ln>
            <a:noFill/>
          </a:ln>
        </p:spPr>
      </p:sp>
      <p:sp>
        <p:nvSpPr>
          <p:cNvPr id="53" name="Google Shape;53;p13"/>
          <p:cNvSpPr/>
          <p:nvPr/>
        </p:nvSpPr>
        <p:spPr>
          <a:xfrm>
            <a:off x="0" y="4937760"/>
            <a:ext cx="5715000" cy="2058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54" name="Shape 54"/>
        <p:cNvGrpSpPr/>
        <p:nvPr/>
      </p:nvGrpSpPr>
      <p:grpSpPr>
        <a:xfrm>
          <a:off x="0" y="0"/>
          <a:ext cx="0" cy="0"/>
          <a:chOff x="0" y="0"/>
          <a:chExt cx="0" cy="0"/>
        </a:xfrm>
      </p:grpSpPr>
      <p:sp>
        <p:nvSpPr>
          <p:cNvPr id="55" name="Google Shape;55;p14"/>
          <p:cNvSpPr txBox="1"/>
          <p:nvPr>
            <p:ph type="title"/>
          </p:nvPr>
        </p:nvSpPr>
        <p:spPr>
          <a:xfrm>
            <a:off x="669798" y="54389"/>
            <a:ext cx="6223200" cy="995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4"/>
          <p:cNvSpPr txBox="1"/>
          <p:nvPr>
            <p:ph idx="1" type="body"/>
          </p:nvPr>
        </p:nvSpPr>
        <p:spPr>
          <a:xfrm>
            <a:off x="649223" y="1554480"/>
            <a:ext cx="6243000" cy="26196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0"/>
              </a:spcBef>
              <a:spcAft>
                <a:spcPts val="0"/>
              </a:spcAft>
              <a:buClr>
                <a:schemeClr val="dk1"/>
              </a:buClr>
              <a:buSzPts val="1500"/>
              <a:buFont typeface="Arial"/>
              <a:buChar char="•"/>
              <a:defRPr sz="1500"/>
            </a:lvl1pPr>
            <a:lvl2pPr indent="-323850" lvl="1" marL="914400" algn="l">
              <a:lnSpc>
                <a:spcPct val="120000"/>
              </a:lnSpc>
              <a:spcBef>
                <a:spcPts val="900"/>
              </a:spcBef>
              <a:spcAft>
                <a:spcPts val="0"/>
              </a:spcAft>
              <a:buClr>
                <a:schemeClr val="dk1"/>
              </a:buClr>
              <a:buSzPts val="1500"/>
              <a:buFont typeface="Arial"/>
              <a:buChar char="•"/>
              <a:defRPr sz="1500"/>
            </a:lvl2pPr>
            <a:lvl3pPr indent="-323850" lvl="2" marL="1371600" algn="l">
              <a:lnSpc>
                <a:spcPct val="120000"/>
              </a:lnSpc>
              <a:spcBef>
                <a:spcPts val="1200"/>
              </a:spcBef>
              <a:spcAft>
                <a:spcPts val="0"/>
              </a:spcAft>
              <a:buClr>
                <a:schemeClr val="dk1"/>
              </a:buClr>
              <a:buSzPts val="1500"/>
              <a:buFont typeface="Arial"/>
              <a:buChar char="•"/>
              <a:defRPr sz="1500"/>
            </a:lvl3pPr>
            <a:lvl4pPr indent="-323850" lvl="3" marL="1828800" algn="l">
              <a:lnSpc>
                <a:spcPct val="120000"/>
              </a:lnSpc>
              <a:spcBef>
                <a:spcPts val="1200"/>
              </a:spcBef>
              <a:spcAft>
                <a:spcPts val="0"/>
              </a:spcAft>
              <a:buClr>
                <a:schemeClr val="dk1"/>
              </a:buClr>
              <a:buSzPts val="1500"/>
              <a:buFont typeface="Arial"/>
              <a:buChar char="•"/>
              <a:defRPr sz="1500"/>
            </a:lvl4pPr>
            <a:lvl5pPr indent="-323850" lvl="4" marL="2286000" algn="l">
              <a:lnSpc>
                <a:spcPct val="120000"/>
              </a:lnSpc>
              <a:spcBef>
                <a:spcPts val="1200"/>
              </a:spcBef>
              <a:spcAft>
                <a:spcPts val="0"/>
              </a:spcAft>
              <a:buClr>
                <a:schemeClr val="dk1"/>
              </a:buClr>
              <a:buSzPts val="1500"/>
              <a:buFont typeface="Arial"/>
              <a:buChar char="•"/>
              <a:defRPr sz="1500"/>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7" name="Google Shape;57;p14"/>
          <p:cNvSpPr txBox="1"/>
          <p:nvPr>
            <p:ph idx="12" type="sldNum"/>
          </p:nvPr>
        </p:nvSpPr>
        <p:spPr>
          <a:xfrm>
            <a:off x="683514" y="4684967"/>
            <a:ext cx="20025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b="1" i="0" sz="1100" u="none" cap="none" strike="noStrike">
                <a:solidFill>
                  <a:schemeClr val="dk1"/>
                </a:solidFill>
                <a:latin typeface="Arial"/>
                <a:ea typeface="Arial"/>
                <a:cs typeface="Arial"/>
                <a:sym typeface="Arial"/>
              </a:defRPr>
            </a:lvl1pPr>
            <a:lvl2pPr indent="0" lvl="1" marL="0" algn="l">
              <a:spcBef>
                <a:spcPts val="0"/>
              </a:spcBef>
              <a:buNone/>
              <a:defRPr b="1" i="0" sz="1100" u="none" cap="none" strike="noStrike">
                <a:solidFill>
                  <a:schemeClr val="dk1"/>
                </a:solidFill>
                <a:latin typeface="Arial"/>
                <a:ea typeface="Arial"/>
                <a:cs typeface="Arial"/>
                <a:sym typeface="Arial"/>
              </a:defRPr>
            </a:lvl2pPr>
            <a:lvl3pPr indent="0" lvl="2" marL="0" algn="l">
              <a:spcBef>
                <a:spcPts val="0"/>
              </a:spcBef>
              <a:buNone/>
              <a:defRPr b="1" i="0" sz="1100" u="none" cap="none" strike="noStrike">
                <a:solidFill>
                  <a:schemeClr val="dk1"/>
                </a:solidFill>
                <a:latin typeface="Arial"/>
                <a:ea typeface="Arial"/>
                <a:cs typeface="Arial"/>
                <a:sym typeface="Arial"/>
              </a:defRPr>
            </a:lvl3pPr>
            <a:lvl4pPr indent="0" lvl="3" marL="0" algn="l">
              <a:spcBef>
                <a:spcPts val="0"/>
              </a:spcBef>
              <a:buNone/>
              <a:defRPr b="1" i="0" sz="1100" u="none" cap="none" strike="noStrike">
                <a:solidFill>
                  <a:schemeClr val="dk1"/>
                </a:solidFill>
                <a:latin typeface="Arial"/>
                <a:ea typeface="Arial"/>
                <a:cs typeface="Arial"/>
                <a:sym typeface="Arial"/>
              </a:defRPr>
            </a:lvl4pPr>
            <a:lvl5pPr indent="0" lvl="4" marL="0" algn="l">
              <a:spcBef>
                <a:spcPts val="0"/>
              </a:spcBef>
              <a:buNone/>
              <a:defRPr b="1" i="0" sz="1100" u="none" cap="none" strike="noStrike">
                <a:solidFill>
                  <a:schemeClr val="dk1"/>
                </a:solidFill>
                <a:latin typeface="Arial"/>
                <a:ea typeface="Arial"/>
                <a:cs typeface="Arial"/>
                <a:sym typeface="Arial"/>
              </a:defRPr>
            </a:lvl5pPr>
            <a:lvl6pPr indent="0" lvl="5" marL="0" algn="l">
              <a:spcBef>
                <a:spcPts val="0"/>
              </a:spcBef>
              <a:buNone/>
              <a:defRPr b="1" i="0" sz="1100" u="none" cap="none" strike="noStrike">
                <a:solidFill>
                  <a:schemeClr val="dk1"/>
                </a:solidFill>
                <a:latin typeface="Arial"/>
                <a:ea typeface="Arial"/>
                <a:cs typeface="Arial"/>
                <a:sym typeface="Arial"/>
              </a:defRPr>
            </a:lvl6pPr>
            <a:lvl7pPr indent="0" lvl="6" marL="0" algn="l">
              <a:spcBef>
                <a:spcPts val="0"/>
              </a:spcBef>
              <a:buNone/>
              <a:defRPr b="1" i="0" sz="1100" u="none" cap="none" strike="noStrike">
                <a:solidFill>
                  <a:schemeClr val="dk1"/>
                </a:solidFill>
                <a:latin typeface="Arial"/>
                <a:ea typeface="Arial"/>
                <a:cs typeface="Arial"/>
                <a:sym typeface="Arial"/>
              </a:defRPr>
            </a:lvl7pPr>
            <a:lvl8pPr indent="0" lvl="7" marL="0" algn="l">
              <a:spcBef>
                <a:spcPts val="0"/>
              </a:spcBef>
              <a:buNone/>
              <a:defRPr b="1" i="0" sz="1100" u="none" cap="none" strike="noStrike">
                <a:solidFill>
                  <a:schemeClr val="dk1"/>
                </a:solidFill>
                <a:latin typeface="Arial"/>
                <a:ea typeface="Arial"/>
                <a:cs typeface="Arial"/>
                <a:sym typeface="Arial"/>
              </a:defRPr>
            </a:lvl8pPr>
            <a:lvl9pPr indent="0" lvl="8" marL="0" algn="l">
              <a:spcBef>
                <a:spcPts val="0"/>
              </a:spcBef>
              <a:buNone/>
              <a:defRPr b="1" i="0" sz="11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58" name="Google Shape;58;p14"/>
          <p:cNvSpPr txBox="1"/>
          <p:nvPr>
            <p:ph idx="11" type="ftr"/>
          </p:nvPr>
        </p:nvSpPr>
        <p:spPr>
          <a:xfrm>
            <a:off x="2854646" y="4684967"/>
            <a:ext cx="20574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pic>
        <p:nvPicPr>
          <p:cNvPr id="59" name="Google Shape;59;p14"/>
          <p:cNvPicPr preferRelativeResize="0"/>
          <p:nvPr/>
        </p:nvPicPr>
        <p:blipFill rotWithShape="1">
          <a:blip r:embed="rId2">
            <a:alphaModFix/>
          </a:blip>
          <a:srcRect b="3865" l="1588" r="26225" t="0"/>
          <a:stretch/>
        </p:blipFill>
        <p:spPr>
          <a:xfrm>
            <a:off x="7061597" y="198522"/>
            <a:ext cx="2082404" cy="494498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rtl="1" algn="ctr">
              <a:lnSpc>
                <a:spcPct val="100000"/>
              </a:lnSpc>
              <a:spcBef>
                <a:spcPts val="0"/>
              </a:spcBef>
              <a:spcAft>
                <a:spcPts val="0"/>
              </a:spcAft>
              <a:buSzPts val="2800"/>
              <a:buNone/>
              <a:defRPr b="1">
                <a:solidFill>
                  <a:srgbClr val="660066"/>
                </a:solidFill>
              </a:defRPr>
            </a:lvl1pPr>
            <a:lvl2pPr lvl="1" rtl="1" algn="ctr">
              <a:lnSpc>
                <a:spcPct val="100000"/>
              </a:lnSpc>
              <a:spcBef>
                <a:spcPts val="0"/>
              </a:spcBef>
              <a:spcAft>
                <a:spcPts val="0"/>
              </a:spcAft>
              <a:buSzPts val="2800"/>
              <a:buNone/>
              <a:defRPr/>
            </a:lvl2pPr>
            <a:lvl3pPr lvl="2" rtl="1" algn="ctr">
              <a:lnSpc>
                <a:spcPct val="100000"/>
              </a:lnSpc>
              <a:spcBef>
                <a:spcPts val="0"/>
              </a:spcBef>
              <a:spcAft>
                <a:spcPts val="0"/>
              </a:spcAft>
              <a:buSzPts val="2800"/>
              <a:buNone/>
              <a:defRPr/>
            </a:lvl3pPr>
            <a:lvl4pPr lvl="3" rtl="1" algn="ctr">
              <a:lnSpc>
                <a:spcPct val="100000"/>
              </a:lnSpc>
              <a:spcBef>
                <a:spcPts val="0"/>
              </a:spcBef>
              <a:spcAft>
                <a:spcPts val="0"/>
              </a:spcAft>
              <a:buSzPts val="2800"/>
              <a:buNone/>
              <a:defRPr/>
            </a:lvl4pPr>
            <a:lvl5pPr lvl="4" rtl="1" algn="ctr">
              <a:lnSpc>
                <a:spcPct val="100000"/>
              </a:lnSpc>
              <a:spcBef>
                <a:spcPts val="0"/>
              </a:spcBef>
              <a:spcAft>
                <a:spcPts val="0"/>
              </a:spcAft>
              <a:buSzPts val="2800"/>
              <a:buNone/>
              <a:defRPr/>
            </a:lvl5pPr>
            <a:lvl6pPr lvl="5" rtl="1" algn="ctr">
              <a:lnSpc>
                <a:spcPct val="100000"/>
              </a:lnSpc>
              <a:spcBef>
                <a:spcPts val="0"/>
              </a:spcBef>
              <a:spcAft>
                <a:spcPts val="0"/>
              </a:spcAft>
              <a:buSzPts val="2800"/>
              <a:buNone/>
              <a:defRPr/>
            </a:lvl6pPr>
            <a:lvl7pPr lvl="6" rtl="1" algn="ctr">
              <a:lnSpc>
                <a:spcPct val="100000"/>
              </a:lnSpc>
              <a:spcBef>
                <a:spcPts val="0"/>
              </a:spcBef>
              <a:spcAft>
                <a:spcPts val="0"/>
              </a:spcAft>
              <a:buSzPts val="2800"/>
              <a:buNone/>
              <a:defRPr/>
            </a:lvl7pPr>
            <a:lvl8pPr lvl="7" rtl="1" algn="ctr">
              <a:lnSpc>
                <a:spcPct val="100000"/>
              </a:lnSpc>
              <a:spcBef>
                <a:spcPts val="0"/>
              </a:spcBef>
              <a:spcAft>
                <a:spcPts val="0"/>
              </a:spcAft>
              <a:buSzPts val="2800"/>
              <a:buNone/>
              <a:defRPr/>
            </a:lvl8pPr>
            <a:lvl9pPr lvl="8" rtl="1" algn="ctr">
              <a:lnSpc>
                <a:spcPct val="100000"/>
              </a:lnSpc>
              <a:spcBef>
                <a:spcPts val="0"/>
              </a:spcBef>
              <a:spcAft>
                <a:spcPts val="0"/>
              </a:spcAft>
              <a:buSzPts val="2800"/>
              <a:buNone/>
              <a:defRPr/>
            </a:lvl9pPr>
          </a:lstStyle>
          <a:p/>
        </p:txBody>
      </p:sp>
      <p:sp>
        <p:nvSpPr>
          <p:cNvPr id="62" name="Google Shape;62;p15"/>
          <p:cNvSpPr txBox="1"/>
          <p:nvPr>
            <p:ph idx="1" type="body"/>
          </p:nvPr>
        </p:nvSpPr>
        <p:spPr>
          <a:xfrm>
            <a:off x="457200" y="1600200"/>
            <a:ext cx="8229600" cy="2994600"/>
          </a:xfrm>
          <a:prstGeom prst="rect">
            <a:avLst/>
          </a:prstGeom>
          <a:noFill/>
          <a:ln>
            <a:noFill/>
          </a:ln>
        </p:spPr>
        <p:txBody>
          <a:bodyPr anchorCtr="0" anchor="t" bIns="45700" lIns="91425" spcFirstLastPara="1" rIns="91425" wrap="square" tIns="45700">
            <a:normAutofit/>
          </a:bodyPr>
          <a:lstStyle>
            <a:lvl1pPr indent="-431800" lvl="0" marL="457200" rtl="1" algn="r">
              <a:lnSpc>
                <a:spcPct val="115000"/>
              </a:lnSpc>
              <a:spcBef>
                <a:spcPts val="640"/>
              </a:spcBef>
              <a:spcAft>
                <a:spcPts val="0"/>
              </a:spcAft>
              <a:buClr>
                <a:schemeClr val="dk1"/>
              </a:buClr>
              <a:buSzPts val="3200"/>
              <a:buChar char="●"/>
              <a:defRPr/>
            </a:lvl1pPr>
            <a:lvl2pPr indent="-406400" lvl="1" marL="914400" rtl="1" algn="r">
              <a:lnSpc>
                <a:spcPct val="115000"/>
              </a:lnSpc>
              <a:spcBef>
                <a:spcPts val="560"/>
              </a:spcBef>
              <a:spcAft>
                <a:spcPts val="0"/>
              </a:spcAft>
              <a:buClr>
                <a:schemeClr val="dk1"/>
              </a:buClr>
              <a:buSzPts val="2800"/>
              <a:buChar char="○"/>
              <a:defRPr/>
            </a:lvl2pPr>
            <a:lvl3pPr indent="-381000" lvl="2" marL="1371600" rtl="1" algn="r">
              <a:lnSpc>
                <a:spcPct val="115000"/>
              </a:lnSpc>
              <a:spcBef>
                <a:spcPts val="480"/>
              </a:spcBef>
              <a:spcAft>
                <a:spcPts val="0"/>
              </a:spcAft>
              <a:buClr>
                <a:schemeClr val="dk1"/>
              </a:buClr>
              <a:buSzPts val="2400"/>
              <a:buChar char="■"/>
              <a:defRPr/>
            </a:lvl3pPr>
            <a:lvl4pPr indent="-355600" lvl="3" marL="1828800" rtl="1" algn="r">
              <a:lnSpc>
                <a:spcPct val="115000"/>
              </a:lnSpc>
              <a:spcBef>
                <a:spcPts val="400"/>
              </a:spcBef>
              <a:spcAft>
                <a:spcPts val="0"/>
              </a:spcAft>
              <a:buClr>
                <a:schemeClr val="dk1"/>
              </a:buClr>
              <a:buSzPts val="2000"/>
              <a:buChar char="●"/>
              <a:defRPr/>
            </a:lvl4pPr>
            <a:lvl5pPr indent="-355600" lvl="4" marL="2286000" rtl="1" algn="r">
              <a:lnSpc>
                <a:spcPct val="115000"/>
              </a:lnSpc>
              <a:spcBef>
                <a:spcPts val="400"/>
              </a:spcBef>
              <a:spcAft>
                <a:spcPts val="0"/>
              </a:spcAft>
              <a:buClr>
                <a:schemeClr val="dk1"/>
              </a:buClr>
              <a:buSzPts val="2000"/>
              <a:buChar char="○"/>
              <a:defRPr/>
            </a:lvl5pPr>
            <a:lvl6pPr indent="-342900" lvl="5" marL="2743200" algn="l">
              <a:lnSpc>
                <a:spcPct val="115000"/>
              </a:lnSpc>
              <a:spcBef>
                <a:spcPts val="36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sp>
        <p:nvSpPr>
          <p:cNvPr id="63" name="Google Shape;63;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15"/>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5" name="Shape 65"/>
        <p:cNvGrpSpPr/>
        <p:nvPr/>
      </p:nvGrpSpPr>
      <p:grpSpPr>
        <a:xfrm>
          <a:off x="0" y="0"/>
          <a:ext cx="0" cy="0"/>
          <a:chOff x="0" y="0"/>
          <a:chExt cx="0" cy="0"/>
        </a:xfrm>
      </p:grpSpPr>
      <p:pic>
        <p:nvPicPr>
          <p:cNvPr id="66" name="Google Shape;66;p16"/>
          <p:cNvPicPr preferRelativeResize="0"/>
          <p:nvPr/>
        </p:nvPicPr>
        <p:blipFill rotWithShape="1">
          <a:blip r:embed="rId2">
            <a:alphaModFix/>
          </a:blip>
          <a:srcRect b="0" l="0" r="0" t="0"/>
          <a:stretch/>
        </p:blipFill>
        <p:spPr>
          <a:xfrm>
            <a:off x="7162800" y="0"/>
            <a:ext cx="1479947" cy="891778"/>
          </a:xfrm>
          <a:prstGeom prst="rect">
            <a:avLst/>
          </a:prstGeom>
          <a:noFill/>
          <a:ln>
            <a:noFill/>
          </a:ln>
        </p:spPr>
      </p:pic>
      <p:sp>
        <p:nvSpPr>
          <p:cNvPr id="67" name="Google Shape;67;p16"/>
          <p:cNvSpPr txBox="1"/>
          <p:nvPr>
            <p:ph type="title"/>
          </p:nvPr>
        </p:nvSpPr>
        <p:spPr>
          <a:xfrm>
            <a:off x="457200" y="857250"/>
            <a:ext cx="8229600" cy="857400"/>
          </a:xfrm>
          <a:prstGeom prst="rect">
            <a:avLst/>
          </a:prstGeom>
          <a:noFill/>
          <a:ln>
            <a:noFill/>
          </a:ln>
        </p:spPr>
        <p:txBody>
          <a:bodyPr anchorCtr="0" anchor="ctr" bIns="45700" lIns="91425" spcFirstLastPara="1" rIns="91425" wrap="square" tIns="45700">
            <a:normAutofit/>
          </a:bodyPr>
          <a:lstStyle>
            <a:lvl1pPr lvl="0" rtl="1" algn="ctr">
              <a:spcBef>
                <a:spcPts val="0"/>
              </a:spcBef>
              <a:spcAft>
                <a:spcPts val="0"/>
              </a:spcAft>
              <a:buSzPts val="2800"/>
              <a:buNone/>
              <a:defRPr/>
            </a:lvl1pPr>
            <a:lvl2pPr lvl="1" rtl="1" algn="ctr">
              <a:spcBef>
                <a:spcPts val="0"/>
              </a:spcBef>
              <a:spcAft>
                <a:spcPts val="0"/>
              </a:spcAft>
              <a:buSzPts val="2800"/>
              <a:buNone/>
              <a:defRPr/>
            </a:lvl2pPr>
            <a:lvl3pPr lvl="2" rtl="1" algn="ctr">
              <a:spcBef>
                <a:spcPts val="0"/>
              </a:spcBef>
              <a:spcAft>
                <a:spcPts val="0"/>
              </a:spcAft>
              <a:buSzPts val="2800"/>
              <a:buNone/>
              <a:defRPr/>
            </a:lvl3pPr>
            <a:lvl4pPr lvl="3" rtl="1" algn="ctr">
              <a:spcBef>
                <a:spcPts val="0"/>
              </a:spcBef>
              <a:spcAft>
                <a:spcPts val="0"/>
              </a:spcAft>
              <a:buSzPts val="2800"/>
              <a:buNone/>
              <a:defRPr/>
            </a:lvl4pPr>
            <a:lvl5pPr lvl="4" rtl="1" algn="ctr">
              <a:spcBef>
                <a:spcPts val="0"/>
              </a:spcBef>
              <a:spcAft>
                <a:spcPts val="0"/>
              </a:spcAft>
              <a:buSzPts val="2800"/>
              <a:buNone/>
              <a:defRPr/>
            </a:lvl5pPr>
            <a:lvl6pPr lvl="5" rtl="1" algn="ctr">
              <a:spcBef>
                <a:spcPts val="0"/>
              </a:spcBef>
              <a:spcAft>
                <a:spcPts val="0"/>
              </a:spcAft>
              <a:buSzPts val="2800"/>
              <a:buNone/>
              <a:defRPr/>
            </a:lvl6pPr>
            <a:lvl7pPr lvl="6" rtl="1" algn="ctr">
              <a:spcBef>
                <a:spcPts val="0"/>
              </a:spcBef>
              <a:spcAft>
                <a:spcPts val="0"/>
              </a:spcAft>
              <a:buSzPts val="2800"/>
              <a:buNone/>
              <a:defRPr/>
            </a:lvl7pPr>
            <a:lvl8pPr lvl="7" rtl="1" algn="ctr">
              <a:spcBef>
                <a:spcPts val="0"/>
              </a:spcBef>
              <a:spcAft>
                <a:spcPts val="0"/>
              </a:spcAft>
              <a:buSzPts val="2800"/>
              <a:buNone/>
              <a:defRPr/>
            </a:lvl8pPr>
            <a:lvl9pPr lvl="8" rtl="1" algn="ctr">
              <a:spcBef>
                <a:spcPts val="0"/>
              </a:spcBef>
              <a:spcAft>
                <a:spcPts val="0"/>
              </a:spcAft>
              <a:buSzPts val="2800"/>
              <a:buNone/>
              <a:defRPr/>
            </a:lvl9pPr>
          </a:lstStyle>
          <a:p/>
        </p:txBody>
      </p:sp>
      <p:sp>
        <p:nvSpPr>
          <p:cNvPr id="68" name="Google Shape;68;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2400300" y="4767263"/>
            <a:ext cx="43434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6"/>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mbasic.facebook.com/reel/2272695643230851" TargetMode="External"/><Relationship Id="rId4" Type="http://schemas.openxmlformats.org/officeDocument/2006/relationships/image" Target="../media/image4.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hyperlink" Target="https://mail.google.com/mail/u/0/#inbox?projector=1" TargetMode="External"/><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9.png"/><Relationship Id="rId9"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16.png"/><Relationship Id="rId7" Type="http://schemas.openxmlformats.org/officeDocument/2006/relationships/image" Target="../media/image5.png"/><Relationship Id="rId8"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7.png"/><Relationship Id="rId6"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4468375" y="2374800"/>
            <a:ext cx="4709100" cy="1205400"/>
          </a:xfrm>
          <a:prstGeom prst="rect">
            <a:avLst/>
          </a:prstGeom>
        </p:spPr>
        <p:txBody>
          <a:bodyPr anchorCtr="0" anchor="t" bIns="45700" lIns="91425" spcFirstLastPara="1" rIns="91425" wrap="square" tIns="45700">
            <a:normAutofit fontScale="62500" lnSpcReduction="20000"/>
          </a:bodyPr>
          <a:lstStyle/>
          <a:p>
            <a:pPr indent="0" lvl="0" marL="0" rtl="1" algn="ctr">
              <a:spcBef>
                <a:spcPts val="640"/>
              </a:spcBef>
              <a:spcAft>
                <a:spcPts val="0"/>
              </a:spcAft>
              <a:buNone/>
            </a:pPr>
            <a:r>
              <a:rPr lang="en" sz="5300"/>
              <a:t>הקול בראש!</a:t>
            </a:r>
            <a:endParaRPr sz="5300"/>
          </a:p>
          <a:p>
            <a:pPr indent="0" lvl="0" marL="0" rtl="1" algn="r">
              <a:spcBef>
                <a:spcPts val="640"/>
              </a:spcBef>
              <a:spcAft>
                <a:spcPts val="0"/>
              </a:spcAft>
              <a:buNone/>
            </a:pPr>
            <a:r>
              <a:t/>
            </a:r>
            <a:endParaRPr sz="5300"/>
          </a:p>
        </p:txBody>
      </p:sp>
      <p:pic>
        <p:nvPicPr>
          <p:cNvPr id="76" name="Google Shape;76;p17"/>
          <p:cNvPicPr preferRelativeResize="0"/>
          <p:nvPr/>
        </p:nvPicPr>
        <p:blipFill>
          <a:blip r:embed="rId3">
            <a:alphaModFix/>
          </a:blip>
          <a:stretch>
            <a:fillRect/>
          </a:stretch>
        </p:blipFill>
        <p:spPr>
          <a:xfrm>
            <a:off x="5520156" y="3683775"/>
            <a:ext cx="2812781" cy="1205475"/>
          </a:xfrm>
          <a:prstGeom prst="rect">
            <a:avLst/>
          </a:prstGeom>
          <a:noFill/>
          <a:ln>
            <a:noFill/>
          </a:ln>
        </p:spPr>
      </p:pic>
      <p:pic>
        <p:nvPicPr>
          <p:cNvPr id="77" name="Google Shape;77;p17"/>
          <p:cNvPicPr preferRelativeResize="0"/>
          <p:nvPr/>
        </p:nvPicPr>
        <p:blipFill>
          <a:blip r:embed="rId4">
            <a:alphaModFix/>
          </a:blip>
          <a:stretch>
            <a:fillRect/>
          </a:stretch>
        </p:blipFill>
        <p:spPr>
          <a:xfrm>
            <a:off x="152400" y="-143975"/>
            <a:ext cx="4315975" cy="6485750"/>
          </a:xfrm>
          <a:prstGeom prst="rect">
            <a:avLst/>
          </a:prstGeom>
          <a:noFill/>
          <a:ln>
            <a:noFill/>
          </a:ln>
        </p:spPr>
      </p:pic>
      <p:pic>
        <p:nvPicPr>
          <p:cNvPr id="78" name="Google Shape;78;p17"/>
          <p:cNvPicPr preferRelativeResize="0"/>
          <p:nvPr/>
        </p:nvPicPr>
        <p:blipFill>
          <a:blip r:embed="rId5">
            <a:alphaModFix/>
          </a:blip>
          <a:stretch>
            <a:fillRect/>
          </a:stretch>
        </p:blipFill>
        <p:spPr>
          <a:xfrm>
            <a:off x="5625725" y="67044"/>
            <a:ext cx="2486150" cy="1932000"/>
          </a:xfrm>
          <a:prstGeom prst="rect">
            <a:avLst/>
          </a:prstGeom>
          <a:noFill/>
          <a:ln>
            <a:noFill/>
          </a:ln>
        </p:spPr>
      </p:pic>
      <p:pic>
        <p:nvPicPr>
          <p:cNvPr id="79" name="Google Shape;79;p17"/>
          <p:cNvPicPr preferRelativeResize="0"/>
          <p:nvPr/>
        </p:nvPicPr>
        <p:blipFill>
          <a:blip r:embed="rId6">
            <a:alphaModFix/>
          </a:blip>
          <a:stretch>
            <a:fillRect/>
          </a:stretch>
        </p:blipFill>
        <p:spPr>
          <a:xfrm>
            <a:off x="0" y="4539698"/>
            <a:ext cx="9143999" cy="6038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nvSpPr>
        <p:spPr>
          <a:xfrm>
            <a:off x="990900" y="0"/>
            <a:ext cx="7162200" cy="59754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lang="en" sz="2200"/>
              <a:t>אם אני לא אהיה מעורב זה לא יצליח</a:t>
            </a:r>
            <a:endParaRPr sz="2200"/>
          </a:p>
          <a:p>
            <a:pPr indent="0" lvl="0" marL="0" rtl="1" algn="r">
              <a:lnSpc>
                <a:spcPct val="115000"/>
              </a:lnSpc>
              <a:spcBef>
                <a:spcPts val="0"/>
              </a:spcBef>
              <a:spcAft>
                <a:spcPts val="0"/>
              </a:spcAft>
              <a:buNone/>
            </a:pPr>
            <a:r>
              <a:rPr lang="en" sz="2200"/>
              <a:t>אסור שידעו שאני לא יודע</a:t>
            </a:r>
            <a:endParaRPr sz="2200"/>
          </a:p>
          <a:p>
            <a:pPr indent="0" lvl="0" marL="0" rtl="1" algn="r">
              <a:lnSpc>
                <a:spcPct val="115000"/>
              </a:lnSpc>
              <a:spcBef>
                <a:spcPts val="0"/>
              </a:spcBef>
              <a:spcAft>
                <a:spcPts val="0"/>
              </a:spcAft>
              <a:buNone/>
            </a:pPr>
            <a:r>
              <a:rPr lang="en" sz="2200"/>
              <a:t>אני לא מנהל מספיק טוב עבור הצוות הזה</a:t>
            </a:r>
            <a:endParaRPr sz="2200"/>
          </a:p>
          <a:p>
            <a:pPr indent="0" lvl="0" marL="0" rtl="1" algn="r">
              <a:lnSpc>
                <a:spcPct val="115000"/>
              </a:lnSpc>
              <a:spcBef>
                <a:spcPts val="0"/>
              </a:spcBef>
              <a:spcAft>
                <a:spcPts val="0"/>
              </a:spcAft>
              <a:buNone/>
            </a:pPr>
            <a:r>
              <a:rPr lang="en" sz="2200"/>
              <a:t>אם זה לא מושלם אז לא שווה</a:t>
            </a:r>
            <a:endParaRPr sz="2200"/>
          </a:p>
          <a:p>
            <a:pPr indent="0" lvl="0" marL="0" rtl="1" algn="r">
              <a:lnSpc>
                <a:spcPct val="115000"/>
              </a:lnSpc>
              <a:spcBef>
                <a:spcPts val="0"/>
              </a:spcBef>
              <a:spcAft>
                <a:spcPts val="0"/>
              </a:spcAft>
              <a:buNone/>
            </a:pPr>
            <a:r>
              <a:rPr lang="en" sz="2200"/>
              <a:t>יותר קל לעשות לבד מאשר להסביר</a:t>
            </a:r>
            <a:endParaRPr sz="2200"/>
          </a:p>
          <a:p>
            <a:pPr indent="0" lvl="0" marL="0" rtl="1" algn="r">
              <a:lnSpc>
                <a:spcPct val="115000"/>
              </a:lnSpc>
              <a:spcBef>
                <a:spcPts val="0"/>
              </a:spcBef>
              <a:spcAft>
                <a:spcPts val="0"/>
              </a:spcAft>
              <a:buNone/>
            </a:pPr>
            <a:r>
              <a:rPr lang="en" sz="2200"/>
              <a:t>עדיף לא להעיר זה רק יעשה בלאגן</a:t>
            </a:r>
            <a:endParaRPr sz="2200"/>
          </a:p>
          <a:p>
            <a:pPr indent="0" lvl="0" marL="0" rtl="1" algn="r">
              <a:lnSpc>
                <a:spcPct val="115000"/>
              </a:lnSpc>
              <a:spcBef>
                <a:spcPts val="0"/>
              </a:spcBef>
              <a:spcAft>
                <a:spcPts val="0"/>
              </a:spcAft>
              <a:buNone/>
            </a:pPr>
            <a:r>
              <a:rPr lang="en" sz="2200"/>
              <a:t>כבר ניסינו, זה לא עבד</a:t>
            </a:r>
            <a:endParaRPr sz="2200"/>
          </a:p>
          <a:p>
            <a:pPr indent="0" lvl="0" marL="0" rtl="1" algn="r">
              <a:lnSpc>
                <a:spcPct val="115000"/>
              </a:lnSpc>
              <a:spcBef>
                <a:spcPts val="0"/>
              </a:spcBef>
              <a:spcAft>
                <a:spcPts val="0"/>
              </a:spcAft>
              <a:buNone/>
            </a:pPr>
            <a:r>
              <a:rPr lang="en" sz="2200"/>
              <a:t>אין לי זמן לחשוב, אני חייב לכבות שריפות</a:t>
            </a:r>
            <a:endParaRPr sz="2200"/>
          </a:p>
          <a:p>
            <a:pPr indent="0" lvl="0" marL="0" rtl="1" algn="r">
              <a:lnSpc>
                <a:spcPct val="115000"/>
              </a:lnSpc>
              <a:spcBef>
                <a:spcPts val="0"/>
              </a:spcBef>
              <a:spcAft>
                <a:spcPts val="0"/>
              </a:spcAft>
              <a:buNone/>
            </a:pPr>
            <a:r>
              <a:rPr lang="en" sz="2200"/>
              <a:t>אני חייב להיות זמין כל הזמן</a:t>
            </a:r>
            <a:endParaRPr sz="2200"/>
          </a:p>
          <a:p>
            <a:pPr indent="0" lvl="0" marL="0" rtl="1" algn="r">
              <a:lnSpc>
                <a:spcPct val="115000"/>
              </a:lnSpc>
              <a:spcBef>
                <a:spcPts val="0"/>
              </a:spcBef>
              <a:spcAft>
                <a:spcPts val="0"/>
              </a:spcAft>
              <a:buNone/>
            </a:pPr>
            <a:r>
              <a:rPr lang="en" sz="2200"/>
              <a:t>אם אהיה רך, ינצלו את זה</a:t>
            </a:r>
            <a:endParaRPr sz="2200"/>
          </a:p>
          <a:p>
            <a:pPr indent="0" lvl="0" marL="0" rtl="1" algn="r">
              <a:lnSpc>
                <a:spcPct val="115000"/>
              </a:lnSpc>
              <a:spcBef>
                <a:spcPts val="0"/>
              </a:spcBef>
              <a:spcAft>
                <a:spcPts val="0"/>
              </a:spcAft>
              <a:buNone/>
            </a:pPr>
            <a:r>
              <a:rPr lang="en" sz="2200"/>
              <a:t>אם אבקש עזרה ידעו שאני לא מתאים</a:t>
            </a:r>
            <a:endParaRPr sz="2200"/>
          </a:p>
          <a:p>
            <a:pPr indent="0" lvl="0" marL="0" rtl="1" algn="r">
              <a:lnSpc>
                <a:spcPct val="115000"/>
              </a:lnSpc>
              <a:spcBef>
                <a:spcPts val="0"/>
              </a:spcBef>
              <a:spcAft>
                <a:spcPts val="0"/>
              </a:spcAft>
              <a:buNone/>
            </a:pPr>
            <a:r>
              <a:rPr lang="en" sz="2200"/>
              <a:t>לא משתלם ללכת נגד המערכת</a:t>
            </a:r>
            <a:endParaRPr sz="2200"/>
          </a:p>
          <a:p>
            <a:pPr indent="0" lvl="0" marL="0" rtl="1" algn="r">
              <a:lnSpc>
                <a:spcPct val="115000"/>
              </a:lnSpc>
              <a:spcBef>
                <a:spcPts val="0"/>
              </a:spcBef>
              <a:spcAft>
                <a:spcPts val="0"/>
              </a:spcAft>
              <a:buNone/>
            </a:pPr>
            <a:r>
              <a:rPr lang="en" sz="2200"/>
              <a:t>הצוות עוד לא בשל לשינוי</a:t>
            </a:r>
            <a:endParaRPr sz="2200"/>
          </a:p>
          <a:p>
            <a:pPr indent="0" lvl="0" marL="0" rtl="1" algn="r">
              <a:lnSpc>
                <a:spcPct val="115000"/>
              </a:lnSpc>
              <a:spcBef>
                <a:spcPts val="0"/>
              </a:spcBef>
              <a:spcAft>
                <a:spcPts val="0"/>
              </a:spcAft>
              <a:buNone/>
            </a:pPr>
            <a:r>
              <a:rPr lang="en" sz="2200"/>
              <a:t>אין לי אוטונומיה</a:t>
            </a:r>
            <a:endParaRPr sz="2200"/>
          </a:p>
          <a:p>
            <a:pPr indent="0" lvl="0" marL="0" rtl="1" algn="r">
              <a:lnSpc>
                <a:spcPct val="115000"/>
              </a:lnSpc>
              <a:spcBef>
                <a:spcPts val="0"/>
              </a:spcBef>
              <a:spcAft>
                <a:spcPts val="0"/>
              </a:spcAft>
              <a:buNone/>
            </a:pPr>
            <a:r>
              <a:rPr lang="en" sz="2200"/>
              <a:t>עוד מעט הלחץ ירד</a:t>
            </a:r>
            <a:endParaRPr sz="2200"/>
          </a:p>
        </p:txBody>
      </p:sp>
      <p:sp>
        <p:nvSpPr>
          <p:cNvPr id="85" name="Google Shape;85;p18"/>
          <p:cNvSpPr txBox="1"/>
          <p:nvPr/>
        </p:nvSpPr>
        <p:spPr>
          <a:xfrm rot="-1301882">
            <a:off x="-3592685" y="1353281"/>
            <a:ext cx="7441679" cy="630956"/>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2900">
                <a:solidFill>
                  <a:schemeClr val="dk2"/>
                </a:solidFill>
              </a:rPr>
              <a:t>מחשבות שעולות לי בראש</a:t>
            </a:r>
            <a:endParaRPr sz="2900">
              <a:solidFill>
                <a:schemeClr val="dk2"/>
              </a:solidFill>
            </a:endParaRPr>
          </a:p>
        </p:txBody>
      </p:sp>
      <p:pic>
        <p:nvPicPr>
          <p:cNvPr id="86" name="Google Shape;86;p18"/>
          <p:cNvPicPr preferRelativeResize="0"/>
          <p:nvPr/>
        </p:nvPicPr>
        <p:blipFill>
          <a:blip r:embed="rId3">
            <a:alphaModFix/>
          </a:blip>
          <a:stretch>
            <a:fillRect/>
          </a:stretch>
        </p:blipFill>
        <p:spPr>
          <a:xfrm>
            <a:off x="-47625" y="4539698"/>
            <a:ext cx="9143999" cy="6038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92" name="Google Shape;92;p19"/>
          <p:cNvPicPr preferRelativeResize="0"/>
          <p:nvPr/>
        </p:nvPicPr>
        <p:blipFill rotWithShape="1">
          <a:blip r:embed="rId3">
            <a:alphaModFix/>
          </a:blip>
          <a:srcRect b="0" l="0" r="49357" t="0"/>
          <a:stretch/>
        </p:blipFill>
        <p:spPr>
          <a:xfrm>
            <a:off x="2072625" y="813525"/>
            <a:ext cx="5270000" cy="4485450"/>
          </a:xfrm>
          <a:prstGeom prst="rect">
            <a:avLst/>
          </a:prstGeom>
          <a:noFill/>
          <a:ln>
            <a:noFill/>
          </a:ln>
        </p:spPr>
      </p:pic>
      <p:pic>
        <p:nvPicPr>
          <p:cNvPr id="93" name="Google Shape;93;p19"/>
          <p:cNvPicPr preferRelativeResize="0"/>
          <p:nvPr/>
        </p:nvPicPr>
        <p:blipFill>
          <a:blip r:embed="rId4">
            <a:alphaModFix/>
          </a:blip>
          <a:stretch>
            <a:fillRect/>
          </a:stretch>
        </p:blipFill>
        <p:spPr>
          <a:xfrm>
            <a:off x="-47625" y="4539698"/>
            <a:ext cx="9143999" cy="60380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p:cNvPicPr preferRelativeResize="0"/>
          <p:nvPr/>
        </p:nvPicPr>
        <p:blipFill rotWithShape="1">
          <a:blip r:embed="rId3">
            <a:alphaModFix/>
          </a:blip>
          <a:srcRect b="0" l="0" r="49357" t="0"/>
          <a:stretch/>
        </p:blipFill>
        <p:spPr>
          <a:xfrm>
            <a:off x="-3687200" y="613050"/>
            <a:ext cx="5237400" cy="4457700"/>
          </a:xfrm>
          <a:prstGeom prst="rect">
            <a:avLst/>
          </a:prstGeom>
          <a:noFill/>
          <a:ln>
            <a:noFill/>
          </a:ln>
        </p:spPr>
      </p:pic>
      <p:sp>
        <p:nvSpPr>
          <p:cNvPr id="99" name="Google Shape;99;p20"/>
          <p:cNvSpPr txBox="1"/>
          <p:nvPr/>
        </p:nvSpPr>
        <p:spPr>
          <a:xfrm>
            <a:off x="1088150" y="822975"/>
            <a:ext cx="7485000" cy="38481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t>"כשהם צעירים מאוד וקטנים בהרבה, אנחנו קושרים אותם באותו חבל, ובגיל הזה הוא מספיק חזק כדי להחזיק אותם. עם הזמן, כשהם גדלים, הם מתרגלים לחשוב שהם עדיין לא יכולים לברוח. הם מאמינים שהחבל עדיין חזק מהם — ולכן הם אפילו לא מנסים להשתחרר."</a:t>
            </a:r>
            <a:endParaRPr sz="3400"/>
          </a:p>
        </p:txBody>
      </p:sp>
      <p:pic>
        <p:nvPicPr>
          <p:cNvPr id="100" name="Google Shape;100;p20"/>
          <p:cNvPicPr preferRelativeResize="0"/>
          <p:nvPr/>
        </p:nvPicPr>
        <p:blipFill>
          <a:blip r:embed="rId4">
            <a:alphaModFix/>
          </a:blip>
          <a:stretch>
            <a:fillRect/>
          </a:stretch>
        </p:blipFill>
        <p:spPr>
          <a:xfrm>
            <a:off x="-47625" y="4539698"/>
            <a:ext cx="9143999" cy="6038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body"/>
          </p:nvPr>
        </p:nvSpPr>
        <p:spPr>
          <a:xfrm>
            <a:off x="3996475" y="1205475"/>
            <a:ext cx="4630500" cy="2994600"/>
          </a:xfrm>
          <a:prstGeom prst="rect">
            <a:avLst/>
          </a:prstGeom>
        </p:spPr>
        <p:txBody>
          <a:bodyPr anchorCtr="0" anchor="t" bIns="45700" lIns="91425" spcFirstLastPara="1" rIns="91425" wrap="square" tIns="45700">
            <a:noAutofit/>
          </a:bodyPr>
          <a:lstStyle/>
          <a:p>
            <a:pPr indent="0" lvl="0" marL="0" rtl="1" algn="r">
              <a:spcBef>
                <a:spcPts val="640"/>
              </a:spcBef>
              <a:spcAft>
                <a:spcPts val="0"/>
              </a:spcAft>
              <a:buNone/>
            </a:pPr>
            <a:r>
              <a:rPr lang="en" sz="2500">
                <a:solidFill>
                  <a:schemeClr val="dk1"/>
                </a:solidFill>
              </a:rPr>
              <a:t>יצור דמיוני קטן, שמאשימים אותו בטעויות, תקלות או מעשי חבלה.</a:t>
            </a:r>
            <a:endParaRPr sz="2500">
              <a:solidFill>
                <a:schemeClr val="dk1"/>
              </a:solidFill>
            </a:endParaRPr>
          </a:p>
          <a:p>
            <a:pPr indent="0" lvl="0" marL="0" rtl="1" algn="r">
              <a:spcBef>
                <a:spcPts val="640"/>
              </a:spcBef>
              <a:spcAft>
                <a:spcPts val="0"/>
              </a:spcAft>
              <a:buClr>
                <a:schemeClr val="dk1"/>
              </a:buClr>
              <a:buSzPts val="1100"/>
              <a:buFont typeface="Arial"/>
              <a:buNone/>
            </a:pPr>
            <a:r>
              <a:rPr lang="en" sz="2500">
                <a:solidFill>
                  <a:schemeClr val="dk1"/>
                </a:solidFill>
              </a:rPr>
              <a:t>מקורו בסלנג של טייסי חיל האוויר הבריטי RAF בשנות ה־20.</a:t>
            </a:r>
            <a:br>
              <a:rPr lang="en" sz="2500">
                <a:solidFill>
                  <a:schemeClr val="dk1"/>
                </a:solidFill>
              </a:rPr>
            </a:br>
            <a:r>
              <a:rPr lang="en" sz="2500">
                <a:solidFill>
                  <a:schemeClr val="dk1"/>
                </a:solidFill>
              </a:rPr>
              <a:t>במקום לחפש הסבר טכני, היו אומרים:</a:t>
            </a:r>
            <a:br>
              <a:rPr lang="en" sz="2500">
                <a:solidFill>
                  <a:schemeClr val="dk1"/>
                </a:solidFill>
              </a:rPr>
            </a:br>
            <a:r>
              <a:rPr lang="en" sz="2500">
                <a:solidFill>
                  <a:schemeClr val="dk1"/>
                </a:solidFill>
              </a:rPr>
              <a:t> </a:t>
            </a:r>
            <a:r>
              <a:rPr b="1" lang="en" sz="2500">
                <a:solidFill>
                  <a:schemeClr val="dk1"/>
                </a:solidFill>
              </a:rPr>
              <a:t>"הגרמלינים עשו את זה."</a:t>
            </a:r>
            <a:endParaRPr b="1" sz="2500">
              <a:solidFill>
                <a:schemeClr val="dk1"/>
              </a:solidFill>
            </a:endParaRPr>
          </a:p>
          <a:p>
            <a:pPr indent="0" lvl="0" marL="0" rtl="1" algn="r">
              <a:spcBef>
                <a:spcPts val="640"/>
              </a:spcBef>
              <a:spcAft>
                <a:spcPts val="0"/>
              </a:spcAft>
              <a:buNone/>
            </a:pPr>
            <a:r>
              <a:t/>
            </a:r>
            <a:endParaRPr sz="2400"/>
          </a:p>
        </p:txBody>
      </p:sp>
      <p:pic>
        <p:nvPicPr>
          <p:cNvPr id="106" name="Google Shape;106;p21"/>
          <p:cNvPicPr preferRelativeResize="0"/>
          <p:nvPr/>
        </p:nvPicPr>
        <p:blipFill>
          <a:blip r:embed="rId3">
            <a:alphaModFix/>
          </a:blip>
          <a:stretch>
            <a:fillRect/>
          </a:stretch>
        </p:blipFill>
        <p:spPr>
          <a:xfrm>
            <a:off x="14185" y="0"/>
            <a:ext cx="3812619" cy="5143500"/>
          </a:xfrm>
          <a:prstGeom prst="rect">
            <a:avLst/>
          </a:prstGeom>
          <a:noFill/>
          <a:ln>
            <a:noFill/>
          </a:ln>
        </p:spPr>
      </p:pic>
      <p:pic>
        <p:nvPicPr>
          <p:cNvPr id="107" name="Google Shape;107;p21"/>
          <p:cNvPicPr preferRelativeResize="0"/>
          <p:nvPr/>
        </p:nvPicPr>
        <p:blipFill>
          <a:blip r:embed="rId4">
            <a:alphaModFix/>
          </a:blip>
          <a:stretch>
            <a:fillRect/>
          </a:stretch>
        </p:blipFill>
        <p:spPr>
          <a:xfrm>
            <a:off x="6019519" y="0"/>
            <a:ext cx="2812781" cy="1205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 type="body"/>
          </p:nvPr>
        </p:nvSpPr>
        <p:spPr>
          <a:xfrm>
            <a:off x="2753875" y="1076325"/>
            <a:ext cx="5932800" cy="4067100"/>
          </a:xfrm>
          <a:prstGeom prst="rect">
            <a:avLst/>
          </a:prstGeom>
        </p:spPr>
        <p:txBody>
          <a:bodyPr anchorCtr="0" anchor="t" bIns="45700" lIns="91425" spcFirstLastPara="1" rIns="91425" wrap="square" tIns="45700">
            <a:noAutofit/>
          </a:bodyPr>
          <a:lstStyle/>
          <a:p>
            <a:pPr indent="0" lvl="0" marL="0" rtl="1" algn="r">
              <a:spcBef>
                <a:spcPts val="0"/>
              </a:spcBef>
              <a:spcAft>
                <a:spcPts val="0"/>
              </a:spcAft>
              <a:buNone/>
            </a:pPr>
            <a:r>
              <a:rPr lang="en" sz="2400">
                <a:solidFill>
                  <a:schemeClr val="dk1"/>
                </a:solidFill>
              </a:rPr>
              <a:t>ה"קול בראש" שיוצר פחד, ספק עצמי ושיפוטיות.</a:t>
            </a:r>
            <a:endParaRPr sz="2400">
              <a:solidFill>
                <a:schemeClr val="dk1"/>
              </a:solidFill>
            </a:endParaRPr>
          </a:p>
          <a:p>
            <a:pPr indent="0" lvl="0" marL="0" rtl="1" algn="r">
              <a:spcBef>
                <a:spcPts val="1200"/>
              </a:spcBef>
              <a:spcAft>
                <a:spcPts val="0"/>
              </a:spcAft>
              <a:buNone/>
            </a:pPr>
            <a:r>
              <a:rPr b="1" lang="en" sz="2400">
                <a:solidFill>
                  <a:schemeClr val="dk1"/>
                </a:solidFill>
              </a:rPr>
              <a:t>המטרה שלו</a:t>
            </a:r>
            <a:r>
              <a:rPr lang="en" sz="2400">
                <a:solidFill>
                  <a:schemeClr val="dk1"/>
                </a:solidFill>
              </a:rPr>
              <a:t>: </a:t>
            </a:r>
            <a:endParaRPr sz="2400">
              <a:solidFill>
                <a:schemeClr val="dk1"/>
              </a:solidFill>
            </a:endParaRPr>
          </a:p>
          <a:p>
            <a:pPr indent="0" lvl="0" marL="0" rtl="1" algn="r">
              <a:spcBef>
                <a:spcPts val="1200"/>
              </a:spcBef>
              <a:spcAft>
                <a:spcPts val="0"/>
              </a:spcAft>
              <a:buNone/>
            </a:pPr>
            <a:r>
              <a:rPr lang="en" sz="2400">
                <a:solidFill>
                  <a:schemeClr val="dk1"/>
                </a:solidFill>
              </a:rPr>
              <a:t>"להגן" עלינו מפני כישלון או מבוכה על ידי כך שהוא משאיר אותנו באזור הנוחות (קטנים ומצומצמים).</a:t>
            </a:r>
            <a:endParaRPr sz="2400">
              <a:solidFill>
                <a:schemeClr val="dk1"/>
              </a:solidFill>
            </a:endParaRPr>
          </a:p>
          <a:p>
            <a:pPr indent="0" lvl="0" marL="0" rtl="1" algn="r">
              <a:spcBef>
                <a:spcPts val="1200"/>
              </a:spcBef>
              <a:spcAft>
                <a:spcPts val="0"/>
              </a:spcAft>
              <a:buNone/>
            </a:pPr>
            <a:r>
              <a:rPr b="1" lang="en" sz="2400">
                <a:solidFill>
                  <a:schemeClr val="dk1"/>
                </a:solidFill>
              </a:rPr>
              <a:t>המאפיין העיקרי:</a:t>
            </a:r>
            <a:endParaRPr b="1" sz="2400">
              <a:solidFill>
                <a:schemeClr val="dk1"/>
              </a:solidFill>
            </a:endParaRPr>
          </a:p>
          <a:p>
            <a:pPr indent="0" lvl="0" marL="0" rtl="1" algn="r">
              <a:spcBef>
                <a:spcPts val="1200"/>
              </a:spcBef>
              <a:spcAft>
                <a:spcPts val="0"/>
              </a:spcAft>
              <a:buNone/>
            </a:pPr>
            <a:r>
              <a:rPr lang="en" sz="2400">
                <a:solidFill>
                  <a:schemeClr val="dk1"/>
                </a:solidFill>
              </a:rPr>
              <a:t> הוא תמיד נשמע כמו "האמת המוחלטת", אבל הוא למעשה פרשנות מעוותת.</a:t>
            </a:r>
            <a:endParaRPr sz="2400">
              <a:solidFill>
                <a:schemeClr val="dk1"/>
              </a:solidFill>
            </a:endParaRPr>
          </a:p>
          <a:p>
            <a:pPr indent="0" lvl="0" marL="0" rtl="0" algn="l">
              <a:spcBef>
                <a:spcPts val="1200"/>
              </a:spcBef>
              <a:spcAft>
                <a:spcPts val="1200"/>
              </a:spcAft>
              <a:buNone/>
            </a:pPr>
            <a:r>
              <a:t/>
            </a:r>
            <a:endParaRPr sz="2400">
              <a:solidFill>
                <a:schemeClr val="dk1"/>
              </a:solidFill>
            </a:endParaRPr>
          </a:p>
        </p:txBody>
      </p:sp>
      <p:pic>
        <p:nvPicPr>
          <p:cNvPr id="113" name="Google Shape;113;p22"/>
          <p:cNvPicPr preferRelativeResize="0"/>
          <p:nvPr/>
        </p:nvPicPr>
        <p:blipFill>
          <a:blip r:embed="rId3">
            <a:alphaModFix/>
          </a:blip>
          <a:stretch>
            <a:fillRect/>
          </a:stretch>
        </p:blipFill>
        <p:spPr>
          <a:xfrm>
            <a:off x="6019519" y="0"/>
            <a:ext cx="2812781" cy="1205475"/>
          </a:xfrm>
          <a:prstGeom prst="rect">
            <a:avLst/>
          </a:prstGeom>
          <a:noFill/>
          <a:ln>
            <a:noFill/>
          </a:ln>
        </p:spPr>
      </p:pic>
      <p:pic>
        <p:nvPicPr>
          <p:cNvPr id="114" name="Google Shape;114;p22"/>
          <p:cNvPicPr preferRelativeResize="0"/>
          <p:nvPr/>
        </p:nvPicPr>
        <p:blipFill>
          <a:blip r:embed="rId4">
            <a:alphaModFix/>
          </a:blip>
          <a:stretch>
            <a:fillRect/>
          </a:stretch>
        </p:blipFill>
        <p:spPr>
          <a:xfrm>
            <a:off x="610738" y="790575"/>
            <a:ext cx="2143125" cy="3333750"/>
          </a:xfrm>
          <a:prstGeom prst="rect">
            <a:avLst/>
          </a:prstGeom>
          <a:noFill/>
          <a:ln>
            <a:noFill/>
          </a:ln>
        </p:spPr>
      </p:pic>
      <p:pic>
        <p:nvPicPr>
          <p:cNvPr id="115" name="Google Shape;115;p22"/>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22" name="Google Shape;122;p23">
            <a:hlinkClick r:id="rId3"/>
          </p:cNvPr>
          <p:cNvPicPr preferRelativeResize="0"/>
          <p:nvPr/>
        </p:nvPicPr>
        <p:blipFill>
          <a:blip r:embed="rId4">
            <a:alphaModFix/>
          </a:blip>
          <a:stretch>
            <a:fillRect/>
          </a:stretch>
        </p:blipFill>
        <p:spPr>
          <a:xfrm>
            <a:off x="2644916" y="822941"/>
            <a:ext cx="3643300" cy="3643300"/>
          </a:xfrm>
          <a:prstGeom prst="rect">
            <a:avLst/>
          </a:prstGeom>
          <a:noFill/>
          <a:ln>
            <a:noFill/>
          </a:ln>
        </p:spPr>
      </p:pic>
      <p:pic>
        <p:nvPicPr>
          <p:cNvPr id="123" name="Google Shape;123;p23"/>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איך הוא נשמע?</a:t>
            </a:r>
            <a:endParaRPr b="1" sz="3020"/>
          </a:p>
        </p:txBody>
      </p:sp>
      <p:sp>
        <p:nvSpPr>
          <p:cNvPr id="129" name="Google Shape;129;p24"/>
          <p:cNvSpPr txBox="1"/>
          <p:nvPr>
            <p:ph idx="1" type="body"/>
          </p:nvPr>
        </p:nvSpPr>
        <p:spPr>
          <a:xfrm>
            <a:off x="311700" y="2410350"/>
            <a:ext cx="3804300" cy="2158500"/>
          </a:xfrm>
          <a:prstGeom prst="rect">
            <a:avLst/>
          </a:prstGeom>
        </p:spPr>
        <p:txBody>
          <a:bodyPr anchorCtr="0" anchor="t" bIns="91425" lIns="91425" spcFirstLastPara="1" rIns="91425" wrap="square" tIns="91425">
            <a:normAutofit/>
          </a:bodyPr>
          <a:lstStyle/>
          <a:p>
            <a:pPr indent="0" lvl="0" marL="0" rtl="1" algn="r">
              <a:lnSpc>
                <a:spcPct val="95000"/>
              </a:lnSpc>
              <a:spcBef>
                <a:spcPts val="0"/>
              </a:spcBef>
              <a:spcAft>
                <a:spcPts val="0"/>
              </a:spcAft>
              <a:buClr>
                <a:schemeClr val="dk1"/>
              </a:buClr>
              <a:buSzPts val="770"/>
              <a:buFont typeface="Arial"/>
              <a:buNone/>
            </a:pPr>
            <a:r>
              <a:rPr lang="en" sz="1860"/>
              <a:t>ודאות מדומה</a:t>
            </a:r>
            <a:endParaRPr sz="1860"/>
          </a:p>
          <a:p>
            <a:pPr indent="0" lvl="0" marL="0" rtl="1" algn="r">
              <a:lnSpc>
                <a:spcPct val="95000"/>
              </a:lnSpc>
              <a:spcBef>
                <a:spcPts val="1200"/>
              </a:spcBef>
              <a:spcAft>
                <a:spcPts val="0"/>
              </a:spcAft>
              <a:buClr>
                <a:schemeClr val="dk1"/>
              </a:buClr>
              <a:buSzPts val="770"/>
              <a:buFont typeface="Arial"/>
              <a:buNone/>
            </a:pPr>
            <a:r>
              <a:rPr lang="en" sz="1860"/>
              <a:t>חשיבה שחור/לבן</a:t>
            </a:r>
            <a:endParaRPr sz="1860"/>
          </a:p>
          <a:p>
            <a:pPr indent="0" lvl="0" marL="0" rtl="1" algn="r">
              <a:lnSpc>
                <a:spcPct val="95000"/>
              </a:lnSpc>
              <a:spcBef>
                <a:spcPts val="1200"/>
              </a:spcBef>
              <a:spcAft>
                <a:spcPts val="0"/>
              </a:spcAft>
              <a:buClr>
                <a:schemeClr val="dk1"/>
              </a:buClr>
              <a:buSzPts val="770"/>
              <a:buFont typeface="Arial"/>
              <a:buNone/>
            </a:pPr>
            <a:r>
              <a:t/>
            </a:r>
            <a:endParaRPr sz="1860"/>
          </a:p>
          <a:p>
            <a:pPr indent="0" lvl="0" marL="0" rtl="0" algn="l">
              <a:spcBef>
                <a:spcPts val="1200"/>
              </a:spcBef>
              <a:spcAft>
                <a:spcPts val="1200"/>
              </a:spcAft>
              <a:buNone/>
            </a:pPr>
            <a:r>
              <a:t/>
            </a:r>
            <a:endParaRPr/>
          </a:p>
        </p:txBody>
      </p:sp>
      <p:sp>
        <p:nvSpPr>
          <p:cNvPr id="130" name="Google Shape;130;p24"/>
          <p:cNvSpPr txBox="1"/>
          <p:nvPr/>
        </p:nvSpPr>
        <p:spPr>
          <a:xfrm>
            <a:off x="4832400" y="1137150"/>
            <a:ext cx="3999900" cy="3832800"/>
          </a:xfrm>
          <a:prstGeom prst="rect">
            <a:avLst/>
          </a:prstGeom>
          <a:noFill/>
          <a:ln>
            <a:noFill/>
          </a:ln>
        </p:spPr>
        <p:txBody>
          <a:bodyPr anchorCtr="0" anchor="t" bIns="91425" lIns="91425" spcFirstLastPara="1" rIns="91425" wrap="square" tIns="91425">
            <a:spAutoFit/>
          </a:bodyPr>
          <a:lstStyle/>
          <a:p>
            <a:pPr indent="0" lvl="0" marL="457200" rtl="1" algn="r">
              <a:lnSpc>
                <a:spcPct val="115000"/>
              </a:lnSpc>
              <a:spcBef>
                <a:spcPts val="1200"/>
              </a:spcBef>
              <a:spcAft>
                <a:spcPts val="1200"/>
              </a:spcAft>
              <a:buNone/>
            </a:pPr>
            <a:r>
              <a:rPr lang="en" sz="3000">
                <a:solidFill>
                  <a:schemeClr val="dk1"/>
                </a:solidFill>
              </a:rPr>
              <a:t>"אני תמיד…"</a:t>
            </a:r>
            <a:br>
              <a:rPr lang="en" sz="3000">
                <a:solidFill>
                  <a:schemeClr val="dk1"/>
                </a:solidFill>
              </a:rPr>
            </a:br>
            <a:r>
              <a:rPr lang="en" sz="3000">
                <a:solidFill>
                  <a:schemeClr val="dk1"/>
                </a:solidFill>
              </a:rPr>
              <a:t>"אני אף פעם לא…"</a:t>
            </a:r>
            <a:br>
              <a:rPr lang="en" sz="3000">
                <a:solidFill>
                  <a:schemeClr val="dk1"/>
                </a:solidFill>
              </a:rPr>
            </a:br>
            <a:r>
              <a:rPr lang="en" sz="3000">
                <a:solidFill>
                  <a:schemeClr val="dk1"/>
                </a:solidFill>
              </a:rPr>
              <a:t>"אסור לי…"</a:t>
            </a:r>
            <a:br>
              <a:rPr lang="en" sz="3000">
                <a:solidFill>
                  <a:schemeClr val="dk1"/>
                </a:solidFill>
              </a:rPr>
            </a:br>
            <a:r>
              <a:rPr lang="en" sz="3000">
                <a:solidFill>
                  <a:schemeClr val="dk1"/>
                </a:solidFill>
              </a:rPr>
              <a:t>"צריך להיות…"</a:t>
            </a:r>
            <a:br>
              <a:rPr lang="en" sz="3000">
                <a:solidFill>
                  <a:schemeClr val="dk1"/>
                </a:solidFill>
              </a:rPr>
            </a:br>
            <a:r>
              <a:rPr lang="en" sz="3000">
                <a:solidFill>
                  <a:schemeClr val="dk1"/>
                </a:solidFill>
              </a:rPr>
              <a:t>"בטוח שזה ייכשל."</a:t>
            </a:r>
            <a:br>
              <a:rPr lang="en" sz="3000">
                <a:solidFill>
                  <a:schemeClr val="dk1"/>
                </a:solidFill>
              </a:rPr>
            </a:br>
            <a:r>
              <a:rPr lang="en" sz="3000">
                <a:solidFill>
                  <a:schemeClr val="dk1"/>
                </a:solidFill>
              </a:rPr>
              <a:t>"אני לא מספיק…"</a:t>
            </a:r>
            <a:br>
              <a:rPr lang="en" sz="3000">
                <a:solidFill>
                  <a:schemeClr val="dk1"/>
                </a:solidFill>
              </a:rPr>
            </a:br>
            <a:endParaRPr sz="3000">
              <a:solidFill>
                <a:schemeClr val="dk1"/>
              </a:solidFill>
            </a:endParaRPr>
          </a:p>
        </p:txBody>
      </p:sp>
      <p:pic>
        <p:nvPicPr>
          <p:cNvPr id="131" name="Google Shape;131;p24"/>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32" name="Google Shape;132;p24"/>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33" name="Google Shape;133;p24"/>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9" name="Google Shape;139;p25"/>
          <p:cNvSpPr txBox="1"/>
          <p:nvPr>
            <p:ph idx="1" type="body"/>
          </p:nvPr>
        </p:nvSpPr>
        <p:spPr>
          <a:xfrm>
            <a:off x="2382975" y="1440875"/>
            <a:ext cx="6283500" cy="3128100"/>
          </a:xfrm>
          <a:prstGeom prst="rect">
            <a:avLst/>
          </a:prstGeom>
        </p:spPr>
        <p:txBody>
          <a:bodyPr anchorCtr="0" anchor="t" bIns="91425" lIns="91425" spcFirstLastPara="1" rIns="91425" wrap="square" tIns="91425">
            <a:normAutofit/>
          </a:bodyPr>
          <a:lstStyle/>
          <a:p>
            <a:pPr indent="0" lvl="0" marL="0" rtl="1" algn="ctr">
              <a:spcBef>
                <a:spcPts val="0"/>
              </a:spcBef>
              <a:spcAft>
                <a:spcPts val="0"/>
              </a:spcAft>
              <a:buNone/>
            </a:pPr>
            <a:r>
              <a:rPr b="1" lang="en" sz="4000"/>
              <a:t>גרמלין זה לא פחד!</a:t>
            </a:r>
            <a:endParaRPr b="1" sz="4000"/>
          </a:p>
          <a:p>
            <a:pPr indent="0" lvl="0" marL="0" rtl="1" algn="r">
              <a:spcBef>
                <a:spcPts val="1200"/>
              </a:spcBef>
              <a:spcAft>
                <a:spcPts val="1200"/>
              </a:spcAft>
              <a:buNone/>
            </a:pPr>
            <a:r>
              <a:rPr lang="en" sz="3400"/>
              <a:t>פחד הוא חוויה רגשית טבעית. גרמלין הוא הקול שמפרש את הפחד ומנהל את ההתנהגות בעקבותיו!</a:t>
            </a:r>
            <a:endParaRPr sz="3400"/>
          </a:p>
        </p:txBody>
      </p:sp>
      <p:pic>
        <p:nvPicPr>
          <p:cNvPr id="140" name="Google Shape;140;p25"/>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41" name="Google Shape;141;p25"/>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42" name="Google Shape;142;p25"/>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nvSpPr>
        <p:spPr>
          <a:xfrm>
            <a:off x="8027988" y="4677966"/>
            <a:ext cx="18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26"/>
          <p:cNvSpPr txBox="1"/>
          <p:nvPr/>
        </p:nvSpPr>
        <p:spPr>
          <a:xfrm>
            <a:off x="5960251" y="1690923"/>
            <a:ext cx="2040900" cy="5541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000">
                <a:solidFill>
                  <a:schemeClr val="dk1"/>
                </a:solidFill>
                <a:latin typeface="Arial"/>
                <a:ea typeface="Arial"/>
                <a:cs typeface="Arial"/>
                <a:sym typeface="Arial"/>
              </a:rPr>
              <a:t>אוהבי חושך</a:t>
            </a:r>
            <a:endParaRPr sz="3000">
              <a:solidFill>
                <a:schemeClr val="dk1"/>
              </a:solidFill>
              <a:latin typeface="Arial"/>
              <a:ea typeface="Arial"/>
              <a:cs typeface="Arial"/>
              <a:sym typeface="Arial"/>
            </a:endParaRPr>
          </a:p>
        </p:txBody>
      </p:sp>
      <p:sp>
        <p:nvSpPr>
          <p:cNvPr id="150" name="Google Shape;150;p26"/>
          <p:cNvSpPr txBox="1"/>
          <p:nvPr/>
        </p:nvSpPr>
        <p:spPr>
          <a:xfrm>
            <a:off x="2127425" y="2562171"/>
            <a:ext cx="5874000" cy="1015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000">
                <a:solidFill>
                  <a:schemeClr val="dk1"/>
                </a:solidFill>
                <a:latin typeface="Arial"/>
                <a:ea typeface="Arial"/>
                <a:cs typeface="Arial"/>
                <a:sym typeface="Arial"/>
              </a:rPr>
              <a:t>ברגע שמאירים/מודעים </a:t>
            </a:r>
            <a:r>
              <a:rPr lang="en" sz="3000">
                <a:solidFill>
                  <a:schemeClr val="dk1"/>
                </a:solidFill>
              </a:rPr>
              <a:t>א</a:t>
            </a:r>
            <a:r>
              <a:rPr lang="en" sz="3000">
                <a:solidFill>
                  <a:schemeClr val="dk1"/>
                </a:solidFill>
                <a:latin typeface="Arial"/>
                <a:ea typeface="Arial"/>
                <a:cs typeface="Arial"/>
                <a:sym typeface="Arial"/>
              </a:rPr>
              <a:t>ליהם הם מתכווצים</a:t>
            </a:r>
            <a:endParaRPr sz="3000">
              <a:solidFill>
                <a:schemeClr val="dk1"/>
              </a:solidFill>
              <a:latin typeface="Arial"/>
              <a:ea typeface="Arial"/>
              <a:cs typeface="Arial"/>
              <a:sym typeface="Arial"/>
            </a:endParaRPr>
          </a:p>
        </p:txBody>
      </p:sp>
      <p:sp>
        <p:nvSpPr>
          <p:cNvPr id="151" name="Google Shape;151;p26"/>
          <p:cNvSpPr txBox="1"/>
          <p:nvPr/>
        </p:nvSpPr>
        <p:spPr>
          <a:xfrm>
            <a:off x="5737433" y="3994876"/>
            <a:ext cx="2263800" cy="5541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000">
                <a:solidFill>
                  <a:schemeClr val="dk1"/>
                </a:solidFill>
                <a:latin typeface="Arial"/>
                <a:ea typeface="Arial"/>
                <a:cs typeface="Arial"/>
                <a:sym typeface="Arial"/>
              </a:rPr>
              <a:t>זיהוי הגרמלין</a:t>
            </a:r>
            <a:endParaRPr sz="3000">
              <a:solidFill>
                <a:schemeClr val="dk1"/>
              </a:solidFill>
              <a:latin typeface="Arial"/>
              <a:ea typeface="Arial"/>
              <a:cs typeface="Arial"/>
              <a:sym typeface="Arial"/>
            </a:endParaRPr>
          </a:p>
        </p:txBody>
      </p:sp>
      <p:sp>
        <p:nvSpPr>
          <p:cNvPr id="152" name="Google Shape;152;p26"/>
          <p:cNvSpPr txBox="1"/>
          <p:nvPr/>
        </p:nvSpPr>
        <p:spPr>
          <a:xfrm>
            <a:off x="5329619" y="4025776"/>
            <a:ext cx="392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153" name="Google Shape;153;p26"/>
          <p:cNvSpPr txBox="1"/>
          <p:nvPr/>
        </p:nvSpPr>
        <p:spPr>
          <a:xfrm>
            <a:off x="2772156" y="3994876"/>
            <a:ext cx="25923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3000">
                <a:solidFill>
                  <a:schemeClr val="dk1"/>
                </a:solidFill>
                <a:latin typeface="Arial"/>
                <a:ea typeface="Arial"/>
                <a:cs typeface="Arial"/>
                <a:sym typeface="Arial"/>
              </a:rPr>
              <a:t>פנס אולטימטיבי</a:t>
            </a:r>
            <a:endParaRPr sz="3000">
              <a:solidFill>
                <a:schemeClr val="dk1"/>
              </a:solidFill>
              <a:latin typeface="Arial"/>
              <a:ea typeface="Arial"/>
              <a:cs typeface="Arial"/>
              <a:sym typeface="Arial"/>
            </a:endParaRPr>
          </a:p>
        </p:txBody>
      </p:sp>
      <p:pic>
        <p:nvPicPr>
          <p:cNvPr id="154" name="Google Shape;154;p26"/>
          <p:cNvPicPr preferRelativeResize="0"/>
          <p:nvPr/>
        </p:nvPicPr>
        <p:blipFill rotWithShape="1">
          <a:blip r:embed="rId3">
            <a:alphaModFix/>
          </a:blip>
          <a:srcRect b="22319" l="0" r="0" t="19771"/>
          <a:stretch/>
        </p:blipFill>
        <p:spPr>
          <a:xfrm rot="10546734">
            <a:off x="8017744" y="1637904"/>
            <a:ext cx="831367" cy="481463"/>
          </a:xfrm>
          <a:prstGeom prst="rect">
            <a:avLst/>
          </a:prstGeom>
          <a:noFill/>
          <a:ln>
            <a:noFill/>
          </a:ln>
        </p:spPr>
      </p:pic>
      <p:pic>
        <p:nvPicPr>
          <p:cNvPr id="155" name="Google Shape;155;p26"/>
          <p:cNvPicPr preferRelativeResize="0"/>
          <p:nvPr/>
        </p:nvPicPr>
        <p:blipFill rotWithShape="1">
          <a:blip r:embed="rId3">
            <a:alphaModFix/>
          </a:blip>
          <a:srcRect b="22319" l="0" r="0" t="19771"/>
          <a:stretch/>
        </p:blipFill>
        <p:spPr>
          <a:xfrm rot="10546734">
            <a:off x="8017744" y="4034554"/>
            <a:ext cx="831367" cy="481463"/>
          </a:xfrm>
          <a:prstGeom prst="rect">
            <a:avLst/>
          </a:prstGeom>
          <a:noFill/>
          <a:ln>
            <a:noFill/>
          </a:ln>
        </p:spPr>
      </p:pic>
      <p:pic>
        <p:nvPicPr>
          <p:cNvPr id="156" name="Google Shape;156;p26">
            <a:hlinkClick r:id="rId4"/>
          </p:cNvPr>
          <p:cNvPicPr preferRelativeResize="0"/>
          <p:nvPr/>
        </p:nvPicPr>
        <p:blipFill rotWithShape="1">
          <a:blip r:embed="rId3">
            <a:alphaModFix/>
          </a:blip>
          <a:srcRect b="22319" l="0" r="0" t="19771"/>
          <a:stretch/>
        </p:blipFill>
        <p:spPr>
          <a:xfrm rot="10546734">
            <a:off x="8017744" y="2836229"/>
            <a:ext cx="831367" cy="481463"/>
          </a:xfrm>
          <a:prstGeom prst="rect">
            <a:avLst/>
          </a:prstGeom>
          <a:noFill/>
          <a:ln>
            <a:noFill/>
          </a:ln>
        </p:spPr>
      </p:pic>
      <p:pic>
        <p:nvPicPr>
          <p:cNvPr id="157" name="Google Shape;157;p26"/>
          <p:cNvPicPr preferRelativeResize="0"/>
          <p:nvPr/>
        </p:nvPicPr>
        <p:blipFill>
          <a:blip r:embed="rId5">
            <a:alphaModFix/>
          </a:blip>
          <a:stretch>
            <a:fillRect/>
          </a:stretch>
        </p:blipFill>
        <p:spPr>
          <a:xfrm>
            <a:off x="0" y="1017725"/>
            <a:ext cx="2240368" cy="4237225"/>
          </a:xfrm>
          <a:prstGeom prst="rect">
            <a:avLst/>
          </a:prstGeom>
          <a:noFill/>
          <a:ln>
            <a:noFill/>
          </a:ln>
        </p:spPr>
      </p:pic>
      <p:pic>
        <p:nvPicPr>
          <p:cNvPr id="158" name="Google Shape;158;p26"/>
          <p:cNvPicPr preferRelativeResize="0"/>
          <p:nvPr/>
        </p:nvPicPr>
        <p:blipFill>
          <a:blip r:embed="rId6">
            <a:alphaModFix/>
          </a:blip>
          <a:stretch>
            <a:fillRect/>
          </a:stretch>
        </p:blipFill>
        <p:spPr>
          <a:xfrm>
            <a:off x="6019519" y="0"/>
            <a:ext cx="2812781" cy="1205475"/>
          </a:xfrm>
          <a:prstGeom prst="rect">
            <a:avLst/>
          </a:prstGeom>
          <a:noFill/>
          <a:ln>
            <a:noFill/>
          </a:ln>
        </p:spPr>
      </p:pic>
      <p:pic>
        <p:nvPicPr>
          <p:cNvPr id="159" name="Google Shape;159;p26"/>
          <p:cNvPicPr preferRelativeResize="0"/>
          <p:nvPr/>
        </p:nvPicPr>
        <p:blipFill>
          <a:blip r:embed="rId7">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p:cNvPicPr preferRelativeResize="0"/>
          <p:nvPr/>
        </p:nvPicPr>
        <p:blipFill>
          <a:blip r:embed="rId3">
            <a:alphaModFix/>
          </a:blip>
          <a:stretch>
            <a:fillRect/>
          </a:stretch>
        </p:blipFill>
        <p:spPr>
          <a:xfrm>
            <a:off x="6019519" y="0"/>
            <a:ext cx="2812781" cy="1205475"/>
          </a:xfrm>
          <a:prstGeom prst="rect">
            <a:avLst/>
          </a:prstGeom>
          <a:noFill/>
          <a:ln>
            <a:noFill/>
          </a:ln>
        </p:spPr>
      </p:pic>
      <p:sp>
        <p:nvSpPr>
          <p:cNvPr id="165" name="Google Shape;165;p27"/>
          <p:cNvSpPr txBox="1"/>
          <p:nvPr>
            <p:ph type="title"/>
          </p:nvPr>
        </p:nvSpPr>
        <p:spPr>
          <a:xfrm>
            <a:off x="311700" y="445025"/>
            <a:ext cx="55674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מודעות </a:t>
            </a:r>
            <a:endParaRPr b="1" sz="3020"/>
          </a:p>
        </p:txBody>
      </p:sp>
      <p:sp>
        <p:nvSpPr>
          <p:cNvPr id="166" name="Google Shape;166;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sz="2500"/>
              <a:t>לשים לב למה שקורה:</a:t>
            </a:r>
            <a:endParaRPr sz="2500"/>
          </a:p>
          <a:p>
            <a:pPr indent="0" lvl="0" marL="0" rtl="1" algn="r">
              <a:spcBef>
                <a:spcPts val="0"/>
              </a:spcBef>
              <a:spcAft>
                <a:spcPts val="0"/>
              </a:spcAft>
              <a:buNone/>
            </a:pPr>
            <a:r>
              <a:rPr lang="en" sz="2500"/>
              <a:t>בלי לנתח</a:t>
            </a:r>
            <a:endParaRPr sz="2500"/>
          </a:p>
          <a:p>
            <a:pPr indent="0" lvl="0" marL="0" rtl="1" algn="r">
              <a:spcBef>
                <a:spcPts val="0"/>
              </a:spcBef>
              <a:spcAft>
                <a:spcPts val="0"/>
              </a:spcAft>
              <a:buNone/>
            </a:pPr>
            <a:r>
              <a:rPr lang="en" sz="2500"/>
              <a:t>בלי להצדיק</a:t>
            </a:r>
            <a:endParaRPr sz="2500"/>
          </a:p>
          <a:p>
            <a:pPr indent="0" lvl="0" marL="0" rtl="1" algn="r">
              <a:spcBef>
                <a:spcPts val="0"/>
              </a:spcBef>
              <a:spcAft>
                <a:spcPts val="0"/>
              </a:spcAft>
              <a:buNone/>
            </a:pPr>
            <a:r>
              <a:rPr lang="en" sz="2500"/>
              <a:t>בלי להאשים</a:t>
            </a:r>
            <a:endParaRPr sz="2500"/>
          </a:p>
          <a:p>
            <a:pPr indent="0" lvl="0" marL="0" rtl="1" algn="r">
              <a:spcBef>
                <a:spcPts val="0"/>
              </a:spcBef>
              <a:spcAft>
                <a:spcPts val="0"/>
              </a:spcAft>
              <a:buNone/>
            </a:pPr>
            <a:r>
              <a:rPr lang="en" sz="2500"/>
              <a:t>בלי לתקן</a:t>
            </a:r>
            <a:endParaRPr sz="2500"/>
          </a:p>
          <a:p>
            <a:pPr indent="0" lvl="0" marL="0" rtl="1" algn="r">
              <a:spcBef>
                <a:spcPts val="0"/>
              </a:spcBef>
              <a:spcAft>
                <a:spcPts val="0"/>
              </a:spcAft>
              <a:buNone/>
            </a:pPr>
            <a:r>
              <a:rPr lang="en" sz="2500"/>
              <a:t>רק לראות - כמו  מצלמה</a:t>
            </a:r>
            <a:endParaRPr sz="2500"/>
          </a:p>
        </p:txBody>
      </p:sp>
      <p:pic>
        <p:nvPicPr>
          <p:cNvPr id="167" name="Google Shape;167;p27"/>
          <p:cNvPicPr preferRelativeResize="0"/>
          <p:nvPr/>
        </p:nvPicPr>
        <p:blipFill>
          <a:blip r:embed="rId4">
            <a:alphaModFix/>
          </a:blip>
          <a:stretch>
            <a:fillRect/>
          </a:stretch>
        </p:blipFill>
        <p:spPr>
          <a:xfrm>
            <a:off x="0" y="3421250"/>
            <a:ext cx="969550" cy="1833700"/>
          </a:xfrm>
          <a:prstGeom prst="rect">
            <a:avLst/>
          </a:prstGeom>
          <a:noFill/>
          <a:ln>
            <a:noFill/>
          </a:ln>
        </p:spPr>
      </p:pic>
      <p:sp>
        <p:nvSpPr>
          <p:cNvPr id="168" name="Google Shape;168;p27"/>
          <p:cNvSpPr txBox="1"/>
          <p:nvPr/>
        </p:nvSpPr>
        <p:spPr>
          <a:xfrm>
            <a:off x="5574400" y="4568875"/>
            <a:ext cx="3000000" cy="521100"/>
          </a:xfrm>
          <a:prstGeom prst="rect">
            <a:avLst/>
          </a:prstGeom>
          <a:noFill/>
          <a:ln>
            <a:noFill/>
          </a:ln>
        </p:spPr>
        <p:txBody>
          <a:bodyPr anchorCtr="0" anchor="t" bIns="91425" lIns="91425" spcFirstLastPara="1" rIns="91425" wrap="square" tIns="91425">
            <a:spAutoFit/>
          </a:bodyPr>
          <a:lstStyle/>
          <a:p>
            <a:pPr indent="0" lvl="0" marL="0" rtl="1" algn="r">
              <a:lnSpc>
                <a:spcPct val="95000"/>
              </a:lnSpc>
              <a:spcBef>
                <a:spcPts val="0"/>
              </a:spcBef>
              <a:spcAft>
                <a:spcPts val="1200"/>
              </a:spcAft>
              <a:buNone/>
            </a:pPr>
            <a:r>
              <a:rPr b="1" lang="en" sz="2300">
                <a:solidFill>
                  <a:schemeClr val="dk2"/>
                </a:solidFill>
              </a:rPr>
              <a:t>הגרמלין ניזון משיפוט</a:t>
            </a:r>
            <a:endParaRPr b="1"/>
          </a:p>
        </p:txBody>
      </p:sp>
      <p:pic>
        <p:nvPicPr>
          <p:cNvPr id="169" name="Google Shape;169;p27"/>
          <p:cNvPicPr preferRelativeResize="0"/>
          <p:nvPr/>
        </p:nvPicPr>
        <p:blipFill rotWithShape="1">
          <a:blip r:embed="rId5">
            <a:alphaModFix/>
          </a:blip>
          <a:srcRect b="22319" l="0" r="0" t="19771"/>
          <a:stretch/>
        </p:blipFill>
        <p:spPr>
          <a:xfrm rot="10546734">
            <a:off x="508465" y="1223537"/>
            <a:ext cx="4257325" cy="2465501"/>
          </a:xfrm>
          <a:prstGeom prst="rect">
            <a:avLst/>
          </a:prstGeom>
          <a:noFill/>
          <a:ln>
            <a:noFill/>
          </a:ln>
        </p:spPr>
      </p:pic>
      <p:pic>
        <p:nvPicPr>
          <p:cNvPr id="170" name="Google Shape;170;p27"/>
          <p:cNvPicPr preferRelativeResize="0"/>
          <p:nvPr/>
        </p:nvPicPr>
        <p:blipFill>
          <a:blip r:embed="rId4">
            <a:alphaModFix/>
          </a:blip>
          <a:stretch>
            <a:fillRect/>
          </a:stretch>
        </p:blipFill>
        <p:spPr>
          <a:xfrm>
            <a:off x="-102962" y="1431112"/>
            <a:ext cx="2240368" cy="4237225"/>
          </a:xfrm>
          <a:prstGeom prst="rect">
            <a:avLst/>
          </a:prstGeom>
          <a:noFill/>
          <a:ln>
            <a:noFill/>
          </a:ln>
        </p:spPr>
      </p:pic>
      <p:pic>
        <p:nvPicPr>
          <p:cNvPr id="171" name="Google Shape;171;p27"/>
          <p:cNvPicPr preferRelativeResize="0"/>
          <p:nvPr/>
        </p:nvPicPr>
        <p:blipFill>
          <a:blip r:embed="rId6">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1000"/>
                                        <p:tgtEl>
                                          <p:spTgt spid="169"/>
                                        </p:tgtEl>
                                        <p:attrNameLst>
                                          <p:attrName>ppt_y</p:attrName>
                                        </p:attrNameLst>
                                      </p:cBhvr>
                                      <p:tavLst>
                                        <p:tav fmla="" tm="0">
                                          <p:val>
                                            <p:strVal val="#ppt_y-1"/>
                                          </p:val>
                                        </p:tav>
                                        <p:tav fmla="" tm="100000">
                                          <p:val>
                                            <p:strVal val="#ppt_y"/>
                                          </p:val>
                                        </p:tav>
                                      </p:tavLst>
                                    </p:anim>
                                  </p:childTnLst>
                                </p:cTn>
                              </p:par>
                              <p:par>
                                <p:cTn fill="hold" nodeType="withEffect" presetClass="exit" presetID="10" presetSubtype="0">
                                  <p:stCondLst>
                                    <p:cond delay="0"/>
                                  </p:stCondLst>
                                  <p:childTnLst>
                                    <p:animEffect filter="fade" transition="out">
                                      <p:cBhvr>
                                        <p:cTn dur="1000"/>
                                        <p:tgtEl>
                                          <p:spTgt spid="170"/>
                                        </p:tgtEl>
                                      </p:cBhvr>
                                    </p:animEffect>
                                    <p:set>
                                      <p:cBhvr>
                                        <p:cTn dur="1" fill="hold">
                                          <p:stCondLst>
                                            <p:cond delay="1000"/>
                                          </p:stCondLst>
                                        </p:cTn>
                                        <p:tgtEl>
                                          <p:spTgt spid="17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1" type="body"/>
          </p:nvPr>
        </p:nvSpPr>
        <p:spPr>
          <a:xfrm>
            <a:off x="1699550" y="1152475"/>
            <a:ext cx="44988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3000"/>
              <a:t>מודעות ללא שיפוט יוצרת:</a:t>
            </a:r>
            <a:endParaRPr b="1" sz="3000"/>
          </a:p>
          <a:p>
            <a:pPr indent="-419100" lvl="0" marL="457200" rtl="1" algn="r">
              <a:spcBef>
                <a:spcPts val="1200"/>
              </a:spcBef>
              <a:spcAft>
                <a:spcPts val="0"/>
              </a:spcAft>
              <a:buSzPts val="3000"/>
              <a:buChar char="●"/>
            </a:pPr>
            <a:r>
              <a:rPr lang="en" sz="3000"/>
              <a:t>מרווח</a:t>
            </a:r>
            <a:endParaRPr sz="3000"/>
          </a:p>
          <a:p>
            <a:pPr indent="-419100" lvl="0" marL="457200" rtl="1" algn="r">
              <a:spcBef>
                <a:spcPts val="0"/>
              </a:spcBef>
              <a:spcAft>
                <a:spcPts val="0"/>
              </a:spcAft>
              <a:buSzPts val="3000"/>
              <a:buChar char="●"/>
            </a:pPr>
            <a:r>
              <a:rPr lang="en" sz="3000"/>
              <a:t>ניתוק מהזדהות</a:t>
            </a:r>
            <a:endParaRPr sz="3000"/>
          </a:p>
          <a:p>
            <a:pPr indent="-419100" lvl="0" marL="457200" rtl="1" algn="r">
              <a:spcBef>
                <a:spcPts val="0"/>
              </a:spcBef>
              <a:spcAft>
                <a:spcPts val="0"/>
              </a:spcAft>
              <a:buSzPts val="3000"/>
              <a:buChar char="●"/>
            </a:pPr>
            <a:r>
              <a:rPr lang="en" sz="3000"/>
              <a:t>אפשרות בחירה</a:t>
            </a:r>
            <a:endParaRPr sz="3000"/>
          </a:p>
          <a:p>
            <a:pPr indent="0" lvl="0" marL="0" rtl="1" algn="r">
              <a:spcBef>
                <a:spcPts val="1200"/>
              </a:spcBef>
              <a:spcAft>
                <a:spcPts val="1200"/>
              </a:spcAft>
              <a:buNone/>
            </a:pPr>
            <a:r>
              <a:t/>
            </a:r>
            <a:endParaRPr sz="3000"/>
          </a:p>
        </p:txBody>
      </p:sp>
      <p:sp>
        <p:nvSpPr>
          <p:cNvPr id="177" name="Google Shape;177;p28"/>
          <p:cNvSpPr txBox="1"/>
          <p:nvPr>
            <p:ph idx="2" type="body"/>
          </p:nvPr>
        </p:nvSpPr>
        <p:spPr>
          <a:xfrm>
            <a:off x="6019525" y="1152475"/>
            <a:ext cx="28128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3000"/>
              <a:t>עובד על:</a:t>
            </a:r>
            <a:endParaRPr b="1" sz="3000"/>
          </a:p>
          <a:p>
            <a:pPr indent="-419100" lvl="0" marL="457200" rtl="1" algn="r">
              <a:spcBef>
                <a:spcPts val="1200"/>
              </a:spcBef>
              <a:spcAft>
                <a:spcPts val="0"/>
              </a:spcAft>
              <a:buSzPts val="3000"/>
              <a:buChar char="●"/>
            </a:pPr>
            <a:r>
              <a:rPr lang="en" sz="3000"/>
              <a:t>אוטומט</a:t>
            </a:r>
            <a:endParaRPr sz="3000"/>
          </a:p>
          <a:p>
            <a:pPr indent="-419100" lvl="0" marL="457200" rtl="1" algn="r">
              <a:spcBef>
                <a:spcPts val="0"/>
              </a:spcBef>
              <a:spcAft>
                <a:spcPts val="0"/>
              </a:spcAft>
              <a:buSzPts val="3000"/>
              <a:buChar char="●"/>
            </a:pPr>
            <a:r>
              <a:rPr lang="en" sz="3000"/>
              <a:t>הזדהות</a:t>
            </a:r>
            <a:endParaRPr sz="3000"/>
          </a:p>
          <a:p>
            <a:pPr indent="-419100" lvl="0" marL="457200" rtl="1" algn="r">
              <a:spcBef>
                <a:spcPts val="0"/>
              </a:spcBef>
              <a:spcAft>
                <a:spcPts val="0"/>
              </a:spcAft>
              <a:buSzPts val="3000"/>
              <a:buChar char="●"/>
            </a:pPr>
            <a:r>
              <a:rPr lang="en" sz="3000"/>
              <a:t>תגובתיות</a:t>
            </a:r>
            <a:endParaRPr sz="3000"/>
          </a:p>
          <a:p>
            <a:pPr indent="0" lvl="0" marL="0" rtl="1" algn="r">
              <a:spcBef>
                <a:spcPts val="1200"/>
              </a:spcBef>
              <a:spcAft>
                <a:spcPts val="1200"/>
              </a:spcAft>
              <a:buNone/>
            </a:pPr>
            <a:r>
              <a:t/>
            </a:r>
            <a:endParaRPr sz="3000"/>
          </a:p>
        </p:txBody>
      </p:sp>
      <p:sp>
        <p:nvSpPr>
          <p:cNvPr id="178" name="Google Shape;178;p28"/>
          <p:cNvSpPr txBox="1"/>
          <p:nvPr/>
        </p:nvSpPr>
        <p:spPr>
          <a:xfrm>
            <a:off x="1594600" y="4568875"/>
            <a:ext cx="6618900" cy="461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1800">
                <a:solidFill>
                  <a:schemeClr val="dk2"/>
                </a:solidFill>
              </a:rPr>
              <a:t>ברגע שיש עד אין נהג אוטומטי</a:t>
            </a:r>
            <a:endParaRPr sz="1800">
              <a:solidFill>
                <a:schemeClr val="dk2"/>
              </a:solidFill>
            </a:endParaRPr>
          </a:p>
        </p:txBody>
      </p:sp>
      <p:pic>
        <p:nvPicPr>
          <p:cNvPr id="179" name="Google Shape;179;p28"/>
          <p:cNvPicPr preferRelativeResize="0"/>
          <p:nvPr/>
        </p:nvPicPr>
        <p:blipFill>
          <a:blip r:embed="rId3">
            <a:alphaModFix/>
          </a:blip>
          <a:stretch>
            <a:fillRect/>
          </a:stretch>
        </p:blipFill>
        <p:spPr>
          <a:xfrm>
            <a:off x="6019519" y="0"/>
            <a:ext cx="2812781" cy="1205475"/>
          </a:xfrm>
          <a:prstGeom prst="rect">
            <a:avLst/>
          </a:prstGeom>
          <a:noFill/>
          <a:ln>
            <a:noFill/>
          </a:ln>
        </p:spPr>
      </p:pic>
      <p:pic>
        <p:nvPicPr>
          <p:cNvPr id="180" name="Google Shape;180;p28"/>
          <p:cNvPicPr preferRelativeResize="0"/>
          <p:nvPr/>
        </p:nvPicPr>
        <p:blipFill rotWithShape="1">
          <a:blip r:embed="rId4">
            <a:alphaModFix/>
          </a:blip>
          <a:srcRect b="22319" l="0" r="0" t="19771"/>
          <a:stretch/>
        </p:blipFill>
        <p:spPr>
          <a:xfrm rot="10546733">
            <a:off x="563094" y="2705822"/>
            <a:ext cx="1847629" cy="1070006"/>
          </a:xfrm>
          <a:prstGeom prst="rect">
            <a:avLst/>
          </a:prstGeom>
          <a:noFill/>
          <a:ln>
            <a:noFill/>
          </a:ln>
        </p:spPr>
      </p:pic>
      <p:pic>
        <p:nvPicPr>
          <p:cNvPr id="181" name="Google Shape;181;p28"/>
          <p:cNvPicPr preferRelativeResize="0"/>
          <p:nvPr/>
        </p:nvPicPr>
        <p:blipFill>
          <a:blip r:embed="rId5">
            <a:alphaModFix/>
          </a:blip>
          <a:stretch>
            <a:fillRect/>
          </a:stretch>
        </p:blipFill>
        <p:spPr>
          <a:xfrm>
            <a:off x="0" y="3421250"/>
            <a:ext cx="969550" cy="1833700"/>
          </a:xfrm>
          <a:prstGeom prst="rect">
            <a:avLst/>
          </a:prstGeom>
          <a:noFill/>
          <a:ln>
            <a:noFill/>
          </a:ln>
        </p:spPr>
      </p:pic>
      <p:pic>
        <p:nvPicPr>
          <p:cNvPr id="182" name="Google Shape;182;p28"/>
          <p:cNvPicPr preferRelativeResize="0"/>
          <p:nvPr/>
        </p:nvPicPr>
        <p:blipFill>
          <a:blip r:embed="rId6">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אפשרות בחירה:</a:t>
            </a:r>
            <a:endParaRPr/>
          </a:p>
        </p:txBody>
      </p:sp>
      <p:sp>
        <p:nvSpPr>
          <p:cNvPr id="188" name="Google Shape;188;p29"/>
          <p:cNvSpPr txBox="1"/>
          <p:nvPr/>
        </p:nvSpPr>
        <p:spPr>
          <a:xfrm>
            <a:off x="1755654" y="1356850"/>
            <a:ext cx="69357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0">
                <a:solidFill>
                  <a:schemeClr val="dk2"/>
                </a:solidFill>
                <a:latin typeface="Comic Sans MS"/>
                <a:ea typeface="Comic Sans MS"/>
                <a:cs typeface="Comic Sans MS"/>
                <a:sym typeface="Comic Sans MS"/>
              </a:rPr>
              <a:t>Responsibility</a:t>
            </a:r>
            <a:endParaRPr b="1" sz="7000">
              <a:solidFill>
                <a:schemeClr val="dk2"/>
              </a:solidFill>
              <a:latin typeface="Comic Sans MS"/>
              <a:ea typeface="Comic Sans MS"/>
              <a:cs typeface="Comic Sans MS"/>
              <a:sym typeface="Comic Sans MS"/>
            </a:endParaRPr>
          </a:p>
        </p:txBody>
      </p:sp>
      <p:sp>
        <p:nvSpPr>
          <p:cNvPr id="189" name="Google Shape;189;p29"/>
          <p:cNvSpPr txBox="1"/>
          <p:nvPr/>
        </p:nvSpPr>
        <p:spPr>
          <a:xfrm>
            <a:off x="2337079" y="2788513"/>
            <a:ext cx="34962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response</a:t>
            </a:r>
            <a:endParaRPr b="1" i="1" sz="5300">
              <a:solidFill>
                <a:schemeClr val="dk2"/>
              </a:solidFill>
              <a:latin typeface="Comic Sans MS"/>
              <a:ea typeface="Comic Sans MS"/>
              <a:cs typeface="Comic Sans MS"/>
              <a:sym typeface="Comic Sans MS"/>
            </a:endParaRPr>
          </a:p>
        </p:txBody>
      </p:sp>
      <p:sp>
        <p:nvSpPr>
          <p:cNvPr id="190" name="Google Shape;190;p29"/>
          <p:cNvSpPr txBox="1"/>
          <p:nvPr/>
        </p:nvSpPr>
        <p:spPr>
          <a:xfrm>
            <a:off x="5628929" y="2788513"/>
            <a:ext cx="24810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ability</a:t>
            </a:r>
            <a:endParaRPr b="1" i="1" sz="5300">
              <a:solidFill>
                <a:schemeClr val="dk2"/>
              </a:solidFill>
              <a:latin typeface="Comic Sans MS"/>
              <a:ea typeface="Comic Sans MS"/>
              <a:cs typeface="Comic Sans MS"/>
              <a:sym typeface="Comic Sans MS"/>
            </a:endParaRPr>
          </a:p>
        </p:txBody>
      </p:sp>
      <p:sp>
        <p:nvSpPr>
          <p:cNvPr id="191" name="Google Shape;191;p29"/>
          <p:cNvSpPr txBox="1"/>
          <p:nvPr/>
        </p:nvSpPr>
        <p:spPr>
          <a:xfrm>
            <a:off x="5460486" y="3958575"/>
            <a:ext cx="34962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4800">
                <a:solidFill>
                  <a:schemeClr val="dk2"/>
                </a:solidFill>
                <a:latin typeface="Comic Sans MS"/>
                <a:ea typeface="Comic Sans MS"/>
                <a:cs typeface="Comic Sans MS"/>
                <a:sym typeface="Comic Sans MS"/>
              </a:rPr>
              <a:t>respond</a:t>
            </a:r>
            <a:endParaRPr b="1" i="1" sz="4800">
              <a:solidFill>
                <a:schemeClr val="dk2"/>
              </a:solidFill>
              <a:latin typeface="Comic Sans MS"/>
              <a:ea typeface="Comic Sans MS"/>
              <a:cs typeface="Comic Sans MS"/>
              <a:sym typeface="Comic Sans MS"/>
            </a:endParaRPr>
          </a:p>
        </p:txBody>
      </p:sp>
      <p:sp>
        <p:nvSpPr>
          <p:cNvPr id="192" name="Google Shape;192;p29"/>
          <p:cNvSpPr txBox="1"/>
          <p:nvPr/>
        </p:nvSpPr>
        <p:spPr>
          <a:xfrm>
            <a:off x="2031511" y="3958575"/>
            <a:ext cx="2481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4800">
                <a:solidFill>
                  <a:schemeClr val="dk2"/>
                </a:solidFill>
                <a:latin typeface="Comic Sans MS"/>
                <a:ea typeface="Comic Sans MS"/>
                <a:cs typeface="Comic Sans MS"/>
                <a:sym typeface="Comic Sans MS"/>
              </a:rPr>
              <a:t>ability</a:t>
            </a:r>
            <a:endParaRPr b="1" i="1" sz="4800">
              <a:solidFill>
                <a:schemeClr val="dk2"/>
              </a:solidFill>
              <a:latin typeface="Comic Sans MS"/>
              <a:ea typeface="Comic Sans MS"/>
              <a:cs typeface="Comic Sans MS"/>
              <a:sym typeface="Comic Sans MS"/>
            </a:endParaRPr>
          </a:p>
        </p:txBody>
      </p:sp>
      <p:sp>
        <p:nvSpPr>
          <p:cNvPr id="193" name="Google Shape;193;p29"/>
          <p:cNvSpPr txBox="1"/>
          <p:nvPr/>
        </p:nvSpPr>
        <p:spPr>
          <a:xfrm>
            <a:off x="4428349" y="4097025"/>
            <a:ext cx="1116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dk2"/>
                </a:solidFill>
              </a:rPr>
              <a:t>to</a:t>
            </a:r>
            <a:endParaRPr sz="3000">
              <a:solidFill>
                <a:schemeClr val="dk2"/>
              </a:solidFill>
            </a:endParaRPr>
          </a:p>
        </p:txBody>
      </p:sp>
      <p:pic>
        <p:nvPicPr>
          <p:cNvPr id="194" name="Google Shape;194;p29"/>
          <p:cNvPicPr preferRelativeResize="0"/>
          <p:nvPr/>
        </p:nvPicPr>
        <p:blipFill rotWithShape="1">
          <a:blip r:embed="rId3">
            <a:alphaModFix/>
          </a:blip>
          <a:srcRect b="22319" l="0" r="0" t="19771"/>
          <a:stretch/>
        </p:blipFill>
        <p:spPr>
          <a:xfrm rot="10546733">
            <a:off x="563094" y="2705822"/>
            <a:ext cx="1847629" cy="1070006"/>
          </a:xfrm>
          <a:prstGeom prst="rect">
            <a:avLst/>
          </a:prstGeom>
          <a:noFill/>
          <a:ln>
            <a:noFill/>
          </a:ln>
        </p:spPr>
      </p:pic>
      <p:pic>
        <p:nvPicPr>
          <p:cNvPr id="195" name="Google Shape;195;p29"/>
          <p:cNvPicPr preferRelativeResize="0"/>
          <p:nvPr/>
        </p:nvPicPr>
        <p:blipFill>
          <a:blip r:embed="rId4">
            <a:alphaModFix/>
          </a:blip>
          <a:stretch>
            <a:fillRect/>
          </a:stretch>
        </p:blipFill>
        <p:spPr>
          <a:xfrm>
            <a:off x="0" y="3421250"/>
            <a:ext cx="969550" cy="1833700"/>
          </a:xfrm>
          <a:prstGeom prst="rect">
            <a:avLst/>
          </a:prstGeom>
          <a:noFill/>
          <a:ln>
            <a:noFill/>
          </a:ln>
        </p:spPr>
      </p:pic>
      <p:pic>
        <p:nvPicPr>
          <p:cNvPr id="196" name="Google Shape;196;p29"/>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2240375" y="316388"/>
            <a:ext cx="38316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אסטרטגיה</a:t>
            </a:r>
            <a:endParaRPr b="1" sz="3020"/>
          </a:p>
        </p:txBody>
      </p:sp>
      <p:sp>
        <p:nvSpPr>
          <p:cNvPr id="202" name="Google Shape;202;p30"/>
          <p:cNvSpPr txBox="1"/>
          <p:nvPr>
            <p:ph idx="1" type="body"/>
          </p:nvPr>
        </p:nvSpPr>
        <p:spPr>
          <a:xfrm>
            <a:off x="1942800" y="1152475"/>
            <a:ext cx="6889500" cy="3416400"/>
          </a:xfrm>
          <a:prstGeom prst="rect">
            <a:avLst/>
          </a:prstGeom>
        </p:spPr>
        <p:txBody>
          <a:bodyPr anchorCtr="0" anchor="t" bIns="91425" lIns="91425" spcFirstLastPara="1" rIns="91425" wrap="square" tIns="91425">
            <a:noAutofit/>
          </a:bodyPr>
          <a:lstStyle/>
          <a:p>
            <a:pPr indent="0" lvl="0" marL="457200" rtl="1" algn="r">
              <a:spcBef>
                <a:spcPts val="0"/>
              </a:spcBef>
              <a:spcAft>
                <a:spcPts val="0"/>
              </a:spcAft>
              <a:buNone/>
            </a:pPr>
            <a:r>
              <a:rPr b="1" lang="en" sz="2700">
                <a:solidFill>
                  <a:schemeClr val="dk1"/>
                </a:solidFill>
              </a:rPr>
              <a:t>זיהוי (Notice): </a:t>
            </a:r>
            <a:endParaRPr b="1" sz="2700">
              <a:solidFill>
                <a:schemeClr val="dk1"/>
              </a:solidFill>
            </a:endParaRPr>
          </a:p>
          <a:p>
            <a:pPr indent="0" lvl="0" marL="457200" rtl="1" algn="r">
              <a:spcBef>
                <a:spcPts val="0"/>
              </a:spcBef>
              <a:spcAft>
                <a:spcPts val="0"/>
              </a:spcAft>
              <a:buNone/>
            </a:pPr>
            <a:r>
              <a:rPr lang="en" sz="2500">
                <a:solidFill>
                  <a:schemeClr val="dk1"/>
                </a:solidFill>
              </a:rPr>
              <a:t>הבנה שזה הגרמלין מדבר</a:t>
            </a:r>
            <a:endParaRPr sz="2500">
              <a:solidFill>
                <a:schemeClr val="dk1"/>
              </a:solidFill>
            </a:endParaRPr>
          </a:p>
          <a:p>
            <a:pPr indent="0" lvl="0" marL="457200" rtl="1" algn="r">
              <a:spcBef>
                <a:spcPts val="1200"/>
              </a:spcBef>
              <a:spcAft>
                <a:spcPts val="0"/>
              </a:spcAft>
              <a:buNone/>
            </a:pPr>
            <a:r>
              <a:rPr b="1" lang="en" sz="2700">
                <a:solidFill>
                  <a:schemeClr val="dk1"/>
                </a:solidFill>
              </a:rPr>
              <a:t>תיוג (Labeling): </a:t>
            </a:r>
            <a:endParaRPr sz="2500">
              <a:solidFill>
                <a:schemeClr val="dk1"/>
              </a:solidFill>
            </a:endParaRPr>
          </a:p>
          <a:p>
            <a:pPr indent="0" lvl="0" marL="457200" rtl="1" algn="r">
              <a:spcBef>
                <a:spcPts val="1200"/>
              </a:spcBef>
              <a:spcAft>
                <a:spcPts val="0"/>
              </a:spcAft>
              <a:buNone/>
            </a:pPr>
            <a:r>
              <a:rPr lang="en" sz="2500">
                <a:solidFill>
                  <a:schemeClr val="dk1"/>
                </a:solidFill>
              </a:rPr>
              <a:t>לתת לו שם או אפיון משעשע כדי ליצור מרחק (דיסוציאציה).</a:t>
            </a:r>
            <a:endParaRPr sz="2500">
              <a:solidFill>
                <a:schemeClr val="dk1"/>
              </a:solidFill>
            </a:endParaRPr>
          </a:p>
          <a:p>
            <a:pPr indent="0" lvl="0" marL="457200" rtl="1" algn="r">
              <a:spcBef>
                <a:spcPts val="1200"/>
              </a:spcBef>
              <a:spcAft>
                <a:spcPts val="0"/>
              </a:spcAft>
              <a:buNone/>
            </a:pPr>
            <a:r>
              <a:rPr b="1" lang="en" sz="2700">
                <a:solidFill>
                  <a:schemeClr val="dk1"/>
                </a:solidFill>
              </a:rPr>
              <a:t>בחירה מחדש (Redirect): </a:t>
            </a:r>
            <a:endParaRPr b="1" sz="2700">
              <a:solidFill>
                <a:schemeClr val="dk1"/>
              </a:solidFill>
            </a:endParaRPr>
          </a:p>
          <a:p>
            <a:pPr indent="0" lvl="0" marL="457200" rtl="1" algn="r">
              <a:spcBef>
                <a:spcPts val="0"/>
              </a:spcBef>
              <a:spcAft>
                <a:spcPts val="1200"/>
              </a:spcAft>
              <a:buNone/>
            </a:pPr>
            <a:r>
              <a:rPr lang="en" sz="2500">
                <a:solidFill>
                  <a:schemeClr val="dk1"/>
                </a:solidFill>
              </a:rPr>
              <a:t>הפניית הקשב באופן אקטיבי </a:t>
            </a:r>
            <a:endParaRPr sz="3200"/>
          </a:p>
        </p:txBody>
      </p:sp>
      <p:pic>
        <p:nvPicPr>
          <p:cNvPr id="203" name="Google Shape;203;p30"/>
          <p:cNvPicPr preferRelativeResize="0"/>
          <p:nvPr/>
        </p:nvPicPr>
        <p:blipFill>
          <a:blip r:embed="rId3">
            <a:alphaModFix/>
          </a:blip>
          <a:stretch>
            <a:fillRect/>
          </a:stretch>
        </p:blipFill>
        <p:spPr>
          <a:xfrm>
            <a:off x="6019519" y="0"/>
            <a:ext cx="2812781" cy="1205475"/>
          </a:xfrm>
          <a:prstGeom prst="rect">
            <a:avLst/>
          </a:prstGeom>
          <a:noFill/>
          <a:ln>
            <a:noFill/>
          </a:ln>
        </p:spPr>
      </p:pic>
      <p:pic>
        <p:nvPicPr>
          <p:cNvPr id="204" name="Google Shape;204;p30"/>
          <p:cNvPicPr preferRelativeResize="0"/>
          <p:nvPr/>
        </p:nvPicPr>
        <p:blipFill>
          <a:blip r:embed="rId4">
            <a:alphaModFix/>
          </a:blip>
          <a:stretch>
            <a:fillRect/>
          </a:stretch>
        </p:blipFill>
        <p:spPr>
          <a:xfrm>
            <a:off x="8411676" y="1152475"/>
            <a:ext cx="334327" cy="606266"/>
          </a:xfrm>
          <a:prstGeom prst="rect">
            <a:avLst/>
          </a:prstGeom>
          <a:noFill/>
          <a:ln>
            <a:noFill/>
          </a:ln>
        </p:spPr>
      </p:pic>
      <p:pic>
        <p:nvPicPr>
          <p:cNvPr id="205" name="Google Shape;205;p30"/>
          <p:cNvPicPr preferRelativeResize="0"/>
          <p:nvPr/>
        </p:nvPicPr>
        <p:blipFill>
          <a:blip r:embed="rId5">
            <a:alphaModFix/>
          </a:blip>
          <a:stretch>
            <a:fillRect/>
          </a:stretch>
        </p:blipFill>
        <p:spPr>
          <a:xfrm>
            <a:off x="8419110" y="2273149"/>
            <a:ext cx="319468" cy="597217"/>
          </a:xfrm>
          <a:prstGeom prst="rect">
            <a:avLst/>
          </a:prstGeom>
          <a:noFill/>
          <a:ln>
            <a:noFill/>
          </a:ln>
        </p:spPr>
      </p:pic>
      <p:pic>
        <p:nvPicPr>
          <p:cNvPr id="206" name="Google Shape;206;p30"/>
          <p:cNvPicPr preferRelativeResize="0"/>
          <p:nvPr/>
        </p:nvPicPr>
        <p:blipFill>
          <a:blip r:embed="rId6">
            <a:alphaModFix/>
          </a:blip>
          <a:stretch>
            <a:fillRect/>
          </a:stretch>
        </p:blipFill>
        <p:spPr>
          <a:xfrm>
            <a:off x="8400525" y="3938038"/>
            <a:ext cx="356616" cy="597218"/>
          </a:xfrm>
          <a:prstGeom prst="rect">
            <a:avLst/>
          </a:prstGeom>
          <a:noFill/>
          <a:ln>
            <a:noFill/>
          </a:ln>
        </p:spPr>
      </p:pic>
      <p:pic>
        <p:nvPicPr>
          <p:cNvPr id="207" name="Google Shape;207;p30"/>
          <p:cNvPicPr preferRelativeResize="0"/>
          <p:nvPr/>
        </p:nvPicPr>
        <p:blipFill>
          <a:blip r:embed="rId7">
            <a:alphaModFix/>
          </a:blip>
          <a:stretch>
            <a:fillRect/>
          </a:stretch>
        </p:blipFill>
        <p:spPr>
          <a:xfrm>
            <a:off x="0" y="3421250"/>
            <a:ext cx="969550" cy="1833700"/>
          </a:xfrm>
          <a:prstGeom prst="rect">
            <a:avLst/>
          </a:prstGeom>
          <a:noFill/>
          <a:ln>
            <a:noFill/>
          </a:ln>
        </p:spPr>
      </p:pic>
      <p:pic>
        <p:nvPicPr>
          <p:cNvPr id="208" name="Google Shape;208;p30"/>
          <p:cNvPicPr preferRelativeResize="0"/>
          <p:nvPr/>
        </p:nvPicPr>
        <p:blipFill rotWithShape="1">
          <a:blip r:embed="rId8">
            <a:alphaModFix/>
          </a:blip>
          <a:srcRect b="22319" l="0" r="0" t="19771"/>
          <a:stretch/>
        </p:blipFill>
        <p:spPr>
          <a:xfrm rot="10546733">
            <a:off x="563094" y="2705822"/>
            <a:ext cx="1847629" cy="1070006"/>
          </a:xfrm>
          <a:prstGeom prst="rect">
            <a:avLst/>
          </a:prstGeom>
          <a:noFill/>
          <a:ln>
            <a:noFill/>
          </a:ln>
        </p:spPr>
      </p:pic>
      <p:pic>
        <p:nvPicPr>
          <p:cNvPr id="209" name="Google Shape;209;p30"/>
          <p:cNvPicPr preferRelativeResize="0"/>
          <p:nvPr/>
        </p:nvPicPr>
        <p:blipFill>
          <a:blip r:embed="rId9">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למה זה חשוב לנו כמנטורים?</a:t>
            </a:r>
            <a:endParaRPr b="1" sz="3020"/>
          </a:p>
        </p:txBody>
      </p:sp>
      <p:sp>
        <p:nvSpPr>
          <p:cNvPr id="215" name="Google Shape;215;p31"/>
          <p:cNvSpPr txBox="1"/>
          <p:nvPr>
            <p:ph idx="1" type="body"/>
          </p:nvPr>
        </p:nvSpPr>
        <p:spPr>
          <a:xfrm>
            <a:off x="2163650" y="1152475"/>
            <a:ext cx="6668700" cy="3416400"/>
          </a:xfrm>
          <a:prstGeom prst="rect">
            <a:avLst/>
          </a:prstGeom>
        </p:spPr>
        <p:txBody>
          <a:bodyPr anchorCtr="0" anchor="t" bIns="91425" lIns="91425" spcFirstLastPara="1" rIns="91425" wrap="square" tIns="91425">
            <a:noAutofit/>
          </a:bodyPr>
          <a:lstStyle/>
          <a:p>
            <a:pPr indent="0" lvl="0" marL="0" rtl="1" algn="r">
              <a:spcBef>
                <a:spcPts val="1200"/>
              </a:spcBef>
              <a:spcAft>
                <a:spcPts val="0"/>
              </a:spcAft>
              <a:buClr>
                <a:schemeClr val="dk1"/>
              </a:buClr>
              <a:buSzPts val="1100"/>
              <a:buFont typeface="Arial"/>
              <a:buNone/>
            </a:pPr>
            <a:r>
              <a:rPr lang="en" sz="2700">
                <a:solidFill>
                  <a:schemeClr val="dk1"/>
                </a:solidFill>
              </a:rPr>
              <a:t>עשוי לתקוף את</a:t>
            </a:r>
            <a:r>
              <a:rPr lang="en" sz="2700">
                <a:solidFill>
                  <a:schemeClr val="dk1"/>
                </a:solidFill>
              </a:rPr>
              <a:t>כם</a:t>
            </a:r>
            <a:r>
              <a:rPr lang="en" sz="2700">
                <a:solidFill>
                  <a:schemeClr val="dk1"/>
                </a:solidFill>
              </a:rPr>
              <a:t> במהלך הפגישה:</a:t>
            </a:r>
            <a:endParaRPr sz="2700">
              <a:solidFill>
                <a:schemeClr val="dk1"/>
              </a:solidFill>
            </a:endParaRPr>
          </a:p>
          <a:p>
            <a:pPr indent="-400050" lvl="0" marL="457200" rtl="1" algn="r">
              <a:spcBef>
                <a:spcPts val="1200"/>
              </a:spcBef>
              <a:spcAft>
                <a:spcPts val="0"/>
              </a:spcAft>
              <a:buClr>
                <a:schemeClr val="dk1"/>
              </a:buClr>
              <a:buSzPts val="2700"/>
              <a:buChar char="●"/>
            </a:pPr>
            <a:r>
              <a:rPr lang="en" sz="2700">
                <a:solidFill>
                  <a:schemeClr val="dk1"/>
                </a:solidFill>
              </a:rPr>
              <a:t>"המנטור ההוא היה שואל שאלה הרבה יותר עמוקה עכשיו". </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"אני חייב להגיד משהו חכם כדי שיחשבו שאני מקצועי".</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"המונחה לא מתקדם, זה אומר שאני מנטור גרוע".</a:t>
            </a:r>
            <a:endParaRPr sz="2700">
              <a:solidFill>
                <a:schemeClr val="dk1"/>
              </a:solidFill>
            </a:endParaRPr>
          </a:p>
          <a:p>
            <a:pPr indent="0" lvl="0" marL="457200" rtl="1" algn="r">
              <a:spcBef>
                <a:spcPts val="1200"/>
              </a:spcBef>
              <a:spcAft>
                <a:spcPts val="0"/>
              </a:spcAft>
              <a:buNone/>
            </a:pPr>
            <a:r>
              <a:t/>
            </a:r>
            <a:endParaRPr sz="2700">
              <a:solidFill>
                <a:schemeClr val="dk1"/>
              </a:solidFill>
            </a:endParaRPr>
          </a:p>
          <a:p>
            <a:pPr indent="0" lvl="0" marL="0" rtl="0" algn="l">
              <a:spcBef>
                <a:spcPts val="1200"/>
              </a:spcBef>
              <a:spcAft>
                <a:spcPts val="1200"/>
              </a:spcAft>
              <a:buNone/>
            </a:pPr>
            <a:r>
              <a:t/>
            </a:r>
            <a:endParaRPr sz="2700"/>
          </a:p>
        </p:txBody>
      </p:sp>
      <p:pic>
        <p:nvPicPr>
          <p:cNvPr id="216" name="Google Shape;216;p31"/>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217" name="Google Shape;217;p31"/>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218" name="Google Shape;218;p31"/>
          <p:cNvPicPr preferRelativeResize="0"/>
          <p:nvPr/>
        </p:nvPicPr>
        <p:blipFill>
          <a:blip r:embed="rId5">
            <a:alphaModFix/>
          </a:blip>
          <a:stretch>
            <a:fillRect/>
          </a:stretch>
        </p:blipFill>
        <p:spPr>
          <a:xfrm>
            <a:off x="7999226" y="4737125"/>
            <a:ext cx="658000" cy="572700"/>
          </a:xfrm>
          <a:prstGeom prst="rect">
            <a:avLst/>
          </a:prstGeom>
          <a:noFill/>
          <a:ln>
            <a:noFill/>
          </a:ln>
        </p:spPr>
      </p:pic>
      <p:pic>
        <p:nvPicPr>
          <p:cNvPr id="219" name="Google Shape;219;p31"/>
          <p:cNvPicPr preferRelativeResize="0"/>
          <p:nvPr/>
        </p:nvPicPr>
        <p:blipFill>
          <a:blip r:embed="rId6">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idx="1" type="body"/>
          </p:nvPr>
        </p:nvSpPr>
        <p:spPr>
          <a:xfrm>
            <a:off x="1876450" y="1152475"/>
            <a:ext cx="39999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2300"/>
              <a:t>מה זה  כן</a:t>
            </a:r>
            <a:endParaRPr b="1" sz="2300"/>
          </a:p>
          <a:p>
            <a:pPr indent="0" lvl="0" marL="0" rtl="1" algn="r">
              <a:spcBef>
                <a:spcPts val="1200"/>
              </a:spcBef>
              <a:spcAft>
                <a:spcPts val="0"/>
              </a:spcAft>
              <a:buNone/>
            </a:pPr>
            <a:r>
              <a:rPr lang="en" sz="2300"/>
              <a:t>מוציא מהאוטומט </a:t>
            </a:r>
            <a:endParaRPr sz="2300"/>
          </a:p>
          <a:p>
            <a:pPr indent="0" lvl="0" marL="0" rtl="1" algn="r">
              <a:spcBef>
                <a:spcPts val="1200"/>
              </a:spcBef>
              <a:spcAft>
                <a:spcPts val="0"/>
              </a:spcAft>
              <a:buNone/>
            </a:pPr>
            <a:r>
              <a:rPr lang="en" sz="2300"/>
              <a:t>יוצר הפרדה ביני לבין הקול שבראש</a:t>
            </a:r>
            <a:endParaRPr sz="2300"/>
          </a:p>
          <a:p>
            <a:pPr indent="0" lvl="0" marL="0" rtl="1" algn="r">
              <a:spcBef>
                <a:spcPts val="1200"/>
              </a:spcBef>
              <a:spcAft>
                <a:spcPts val="0"/>
              </a:spcAft>
              <a:buNone/>
            </a:pPr>
            <a:r>
              <a:rPr lang="en" sz="2300"/>
              <a:t>מחזיר את </a:t>
            </a:r>
            <a:r>
              <a:rPr lang="en" sz="2300"/>
              <a:t>נקודת</a:t>
            </a:r>
            <a:r>
              <a:rPr lang="en" sz="2300"/>
              <a:t> הבחירה</a:t>
            </a:r>
            <a:endParaRPr sz="2300"/>
          </a:p>
          <a:p>
            <a:pPr indent="0" lvl="0" marL="0" rtl="1" algn="r">
              <a:spcBef>
                <a:spcPts val="1200"/>
              </a:spcBef>
              <a:spcAft>
                <a:spcPts val="1200"/>
              </a:spcAft>
              <a:buNone/>
            </a:pPr>
            <a:r>
              <a:t/>
            </a:r>
            <a:endParaRPr sz="2300"/>
          </a:p>
        </p:txBody>
      </p:sp>
      <p:sp>
        <p:nvSpPr>
          <p:cNvPr id="225" name="Google Shape;225;p3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2300"/>
              <a:t>מה זה לא:</a:t>
            </a:r>
            <a:endParaRPr b="1" sz="2300"/>
          </a:p>
          <a:p>
            <a:pPr indent="0" lvl="0" marL="0" rtl="1" algn="r">
              <a:spcBef>
                <a:spcPts val="1200"/>
              </a:spcBef>
              <a:spcAft>
                <a:spcPts val="0"/>
              </a:spcAft>
              <a:buNone/>
            </a:pPr>
            <a:r>
              <a:rPr lang="en" sz="2300"/>
              <a:t>נותן </a:t>
            </a:r>
            <a:r>
              <a:rPr lang="en" sz="2300"/>
              <a:t>פתרונות</a:t>
            </a:r>
            <a:endParaRPr sz="2300"/>
          </a:p>
          <a:p>
            <a:pPr indent="0" lvl="0" marL="0" rtl="1" algn="r">
              <a:spcBef>
                <a:spcPts val="1200"/>
              </a:spcBef>
              <a:spcAft>
                <a:spcPts val="0"/>
              </a:spcAft>
              <a:buNone/>
            </a:pPr>
            <a:r>
              <a:rPr lang="en" sz="2300"/>
              <a:t>אומר מה נכון</a:t>
            </a:r>
            <a:endParaRPr sz="2300"/>
          </a:p>
          <a:p>
            <a:pPr indent="0" lvl="0" marL="0" rtl="1" algn="r">
              <a:spcBef>
                <a:spcPts val="1200"/>
              </a:spcBef>
              <a:spcAft>
                <a:spcPts val="1200"/>
              </a:spcAft>
              <a:buNone/>
            </a:pPr>
            <a:r>
              <a:rPr lang="en" sz="2300"/>
              <a:t>משכנע לחשוב </a:t>
            </a:r>
            <a:r>
              <a:rPr lang="en" sz="2300"/>
              <a:t>חיובי </a:t>
            </a:r>
            <a:r>
              <a:rPr lang="en" sz="2300"/>
              <a:t> </a:t>
            </a:r>
            <a:endParaRPr sz="2300"/>
          </a:p>
        </p:txBody>
      </p:sp>
      <p:pic>
        <p:nvPicPr>
          <p:cNvPr id="226" name="Google Shape;226;p32"/>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227" name="Google Shape;227;p32"/>
          <p:cNvPicPr preferRelativeResize="0"/>
          <p:nvPr/>
        </p:nvPicPr>
        <p:blipFill>
          <a:blip r:embed="rId4">
            <a:alphaModFix/>
          </a:blip>
          <a:stretch>
            <a:fillRect/>
          </a:stretch>
        </p:blipFill>
        <p:spPr>
          <a:xfrm>
            <a:off x="3108350" y="103500"/>
            <a:ext cx="5723950" cy="634556"/>
          </a:xfrm>
          <a:prstGeom prst="rect">
            <a:avLst/>
          </a:prstGeom>
          <a:noFill/>
          <a:ln>
            <a:noFill/>
          </a:ln>
        </p:spPr>
      </p:pic>
      <p:pic>
        <p:nvPicPr>
          <p:cNvPr id="228" name="Google Shape;228;p32"/>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4" name="Google Shape;23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5" name="Google Shape;235;p33"/>
          <p:cNvPicPr preferRelativeResize="0"/>
          <p:nvPr/>
        </p:nvPicPr>
        <p:blipFill>
          <a:blip r:embed="rId3">
            <a:alphaModFix/>
          </a:blip>
          <a:stretch>
            <a:fillRect/>
          </a:stretch>
        </p:blipFill>
        <p:spPr>
          <a:xfrm>
            <a:off x="2206982" y="1685800"/>
            <a:ext cx="4730050" cy="1771900"/>
          </a:xfrm>
          <a:prstGeom prst="rect">
            <a:avLst/>
          </a:prstGeom>
          <a:noFill/>
          <a:ln>
            <a:noFill/>
          </a:ln>
        </p:spPr>
      </p:pic>
      <p:pic>
        <p:nvPicPr>
          <p:cNvPr id="236" name="Google Shape;236;p33"/>
          <p:cNvPicPr preferRelativeResize="0"/>
          <p:nvPr/>
        </p:nvPicPr>
        <p:blipFill>
          <a:blip r:embed="rId4">
            <a:alphaModFix/>
          </a:blip>
          <a:stretch>
            <a:fillRect/>
          </a:stretch>
        </p:blipFill>
        <p:spPr>
          <a:xfrm>
            <a:off x="-47625" y="4539698"/>
            <a:ext cx="9143999" cy="603803"/>
          </a:xfrm>
          <a:prstGeom prst="rect">
            <a:avLst/>
          </a:prstGeom>
          <a:noFill/>
          <a:ln>
            <a:noFill/>
          </a:ln>
        </p:spPr>
      </p:pic>
      <p:pic>
        <p:nvPicPr>
          <p:cNvPr id="237" name="Google Shape;237;p33"/>
          <p:cNvPicPr preferRelativeResize="0"/>
          <p:nvPr/>
        </p:nvPicPr>
        <p:blipFill>
          <a:blip r:embed="rId5">
            <a:alphaModFix/>
          </a:blip>
          <a:stretch>
            <a:fillRect/>
          </a:stretch>
        </p:blipFill>
        <p:spPr>
          <a:xfrm>
            <a:off x="6435350" y="150394"/>
            <a:ext cx="2486150" cy="1932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3" name="Google Shape;243;p34"/>
          <p:cNvSpPr txBox="1"/>
          <p:nvPr/>
        </p:nvSpPr>
        <p:spPr>
          <a:xfrm>
            <a:off x="642300" y="1432800"/>
            <a:ext cx="8190000" cy="22779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solidFill>
                  <a:schemeClr val="dk1"/>
                </a:solidFill>
              </a:rPr>
              <a:t>החזקה (</a:t>
            </a:r>
            <a:r>
              <a:rPr lang="en" sz="3400">
                <a:solidFill>
                  <a:schemeClr val="dk1"/>
                </a:solidFill>
              </a:rPr>
              <a:t>attachment</a:t>
            </a:r>
            <a:r>
              <a:rPr lang="en" sz="3400">
                <a:solidFill>
                  <a:schemeClr val="dk1"/>
                </a:solidFill>
              </a:rPr>
              <a:t>) =  אחיזה עיקשת במנגנון פנימי שמייצר לנו סבל ופוגע </a:t>
            </a:r>
            <a:r>
              <a:rPr lang="en" sz="3400">
                <a:solidFill>
                  <a:schemeClr val="dk1"/>
                </a:solidFill>
              </a:rPr>
              <a:t>בביטחון</a:t>
            </a:r>
            <a:r>
              <a:rPr lang="en" sz="3400">
                <a:solidFill>
                  <a:schemeClr val="dk1"/>
                </a:solidFill>
              </a:rPr>
              <a:t> </a:t>
            </a:r>
            <a:r>
              <a:rPr lang="en" sz="3400">
                <a:solidFill>
                  <a:schemeClr val="dk1"/>
                </a:solidFill>
              </a:rPr>
              <a:t>העצמי</a:t>
            </a:r>
            <a:r>
              <a:rPr lang="en" sz="3400">
                <a:solidFill>
                  <a:schemeClr val="dk1"/>
                </a:solidFill>
              </a:rPr>
              <a:t> בלי שנשים לב. ומה שמדאיג זה שזה לא משהו שקורה לנו - זה משהו שאנחנו עושים לעצמנו</a:t>
            </a:r>
            <a:endParaRPr sz="3400"/>
          </a:p>
        </p:txBody>
      </p:sp>
      <p:sp>
        <p:nvSpPr>
          <p:cNvPr id="244" name="Google Shape;244;p34"/>
          <p:cNvSpPr txBox="1"/>
          <p:nvPr/>
        </p:nvSpPr>
        <p:spPr>
          <a:xfrm>
            <a:off x="1028700" y="4075225"/>
            <a:ext cx="8190000" cy="554100"/>
          </a:xfrm>
          <a:prstGeom prst="rect">
            <a:avLst/>
          </a:prstGeom>
          <a:noFill/>
          <a:ln>
            <a:noFill/>
          </a:ln>
        </p:spPr>
        <p:txBody>
          <a:bodyPr anchorCtr="0" anchor="t" bIns="91425" lIns="91425" spcFirstLastPara="1" rIns="91425" wrap="square" tIns="91425">
            <a:spAutoFit/>
          </a:bodyPr>
          <a:lstStyle/>
          <a:p>
            <a:pPr indent="0" lvl="0" marL="0" rtl="1" algn="l">
              <a:spcBef>
                <a:spcPts val="0"/>
              </a:spcBef>
              <a:spcAft>
                <a:spcPts val="0"/>
              </a:spcAft>
              <a:buNone/>
            </a:pPr>
            <a:r>
              <a:rPr lang="en" sz="2400">
                <a:solidFill>
                  <a:schemeClr val="dk2"/>
                </a:solidFill>
              </a:rPr>
              <a:t>פיטר מייקלסון 2015 Why We Suffer</a:t>
            </a:r>
            <a:endParaRPr sz="2400">
              <a:solidFill>
                <a:schemeClr val="dk2"/>
              </a:solidFill>
            </a:endParaRPr>
          </a:p>
        </p:txBody>
      </p:sp>
      <p:pic>
        <p:nvPicPr>
          <p:cNvPr id="245" name="Google Shape;245;p34"/>
          <p:cNvPicPr preferRelativeResize="0"/>
          <p:nvPr/>
        </p:nvPicPr>
        <p:blipFill>
          <a:blip r:embed="rId3">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5"/>
          <p:cNvSpPr txBox="1"/>
          <p:nvPr/>
        </p:nvSpPr>
        <p:spPr>
          <a:xfrm>
            <a:off x="2381350" y="1138425"/>
            <a:ext cx="6138300" cy="3417000"/>
          </a:xfrm>
          <a:prstGeom prst="rect">
            <a:avLst/>
          </a:prstGeom>
          <a:noFill/>
          <a:ln>
            <a:noFill/>
          </a:ln>
        </p:spPr>
        <p:txBody>
          <a:bodyPr anchorCtr="0" anchor="t" bIns="91425" lIns="91425" spcFirstLastPara="1" rIns="91425" wrap="square" tIns="91425">
            <a:spAutoFit/>
          </a:bodyPr>
          <a:lstStyle/>
          <a:p>
            <a:pPr indent="-406400" lvl="0" marL="457200" rtl="1" algn="r">
              <a:spcBef>
                <a:spcPts val="0"/>
              </a:spcBef>
              <a:spcAft>
                <a:spcPts val="0"/>
              </a:spcAft>
              <a:buClr>
                <a:schemeClr val="dk1"/>
              </a:buClr>
              <a:buSzPts val="2800"/>
              <a:buChar char="●"/>
            </a:pPr>
            <a:r>
              <a:rPr lang="en" sz="3000">
                <a:solidFill>
                  <a:schemeClr val="dk1"/>
                </a:solidFill>
              </a:rPr>
              <a:t>יודע להצביע על נקודות התורפה, החולשות והכישלונות שלנו</a:t>
            </a:r>
            <a:endParaRPr sz="3000">
              <a:solidFill>
                <a:schemeClr val="dk1"/>
              </a:solidFill>
            </a:endParaRPr>
          </a:p>
          <a:p>
            <a:pPr indent="-419100" lvl="0" marL="457200" rtl="1" algn="r">
              <a:spcBef>
                <a:spcPts val="0"/>
              </a:spcBef>
              <a:spcAft>
                <a:spcPts val="0"/>
              </a:spcAft>
              <a:buClr>
                <a:schemeClr val="dk1"/>
              </a:buClr>
              <a:buSzPts val="3000"/>
              <a:buChar char="●"/>
            </a:pPr>
            <a:r>
              <a:rPr lang="en" sz="3000">
                <a:solidFill>
                  <a:schemeClr val="dk1"/>
                </a:solidFill>
              </a:rPr>
              <a:t>מבוסס על קורטוב של "אמת" שהתעצם למימדי ענק!!!!!</a:t>
            </a:r>
            <a:endParaRPr sz="3000">
              <a:solidFill>
                <a:schemeClr val="dk1"/>
              </a:solidFill>
            </a:endParaRPr>
          </a:p>
          <a:p>
            <a:pPr indent="-419100" lvl="0" marL="457200" rtl="1" algn="r">
              <a:spcBef>
                <a:spcPts val="0"/>
              </a:spcBef>
              <a:spcAft>
                <a:spcPts val="0"/>
              </a:spcAft>
              <a:buClr>
                <a:schemeClr val="dk1"/>
              </a:buClr>
              <a:buSzPts val="3000"/>
              <a:buChar char="●"/>
            </a:pPr>
            <a:r>
              <a:rPr lang="en" sz="3000">
                <a:solidFill>
                  <a:schemeClr val="dk1"/>
                </a:solidFill>
              </a:rPr>
              <a:t>מכיר אותנו ואת החולשות שלנו ___ שנים</a:t>
            </a:r>
            <a:endParaRPr sz="3000">
              <a:solidFill>
                <a:schemeClr val="dk1"/>
              </a:solidFill>
            </a:endParaRPr>
          </a:p>
          <a:p>
            <a:pPr indent="0" lvl="0" marL="457200" rtl="1" algn="r">
              <a:spcBef>
                <a:spcPts val="0"/>
              </a:spcBef>
              <a:spcAft>
                <a:spcPts val="0"/>
              </a:spcAft>
              <a:buNone/>
            </a:pPr>
            <a:r>
              <a:t/>
            </a:r>
            <a:endParaRPr sz="3000">
              <a:solidFill>
                <a:schemeClr val="dk1"/>
              </a:solidFill>
            </a:endParaRPr>
          </a:p>
        </p:txBody>
      </p:sp>
      <p:pic>
        <p:nvPicPr>
          <p:cNvPr id="251" name="Google Shape;251;p35"/>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252" name="Google Shape;252;p35"/>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253" name="Google Shape;253;p35"/>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1200"/>
              </a:spcAft>
              <a:buClr>
                <a:schemeClr val="dk1"/>
              </a:buClr>
              <a:buSzPts val="1100"/>
              <a:buFont typeface="Arial"/>
              <a:buNone/>
            </a:pPr>
            <a:r>
              <a:rPr lang="en" sz="3000"/>
              <a:t>שורשים הפסיכולוגיים – למה הוא שם?</a:t>
            </a:r>
            <a:endParaRPr sz="3000"/>
          </a:p>
        </p:txBody>
      </p:sp>
      <p:sp>
        <p:nvSpPr>
          <p:cNvPr id="259" name="Google Shape;259;p36"/>
          <p:cNvSpPr txBox="1"/>
          <p:nvPr/>
        </p:nvSpPr>
        <p:spPr>
          <a:xfrm>
            <a:off x="8248925" y="4001300"/>
            <a:ext cx="91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260" name="Google Shape;260;p36"/>
          <p:cNvPicPr preferRelativeResize="0"/>
          <p:nvPr/>
        </p:nvPicPr>
        <p:blipFill>
          <a:blip r:embed="rId3">
            <a:alphaModFix/>
          </a:blip>
          <a:stretch>
            <a:fillRect/>
          </a:stretch>
        </p:blipFill>
        <p:spPr>
          <a:xfrm>
            <a:off x="311700" y="2266250"/>
            <a:ext cx="8839204" cy="1735039"/>
          </a:xfrm>
          <a:prstGeom prst="rect">
            <a:avLst/>
          </a:prstGeom>
          <a:noFill/>
          <a:ln>
            <a:noFill/>
          </a:ln>
        </p:spPr>
      </p:pic>
      <p:pic>
        <p:nvPicPr>
          <p:cNvPr id="261" name="Google Shape;261;p36"/>
          <p:cNvPicPr preferRelativeResize="0"/>
          <p:nvPr/>
        </p:nvPicPr>
        <p:blipFill>
          <a:blip r:embed="rId4">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ההבדל בין פחד לגרמלין:</a:t>
            </a:r>
            <a:endParaRPr b="1" sz="3020"/>
          </a:p>
        </p:txBody>
      </p:sp>
      <p:graphicFrame>
        <p:nvGraphicFramePr>
          <p:cNvPr id="267" name="Google Shape;267;p37"/>
          <p:cNvGraphicFramePr/>
          <p:nvPr/>
        </p:nvGraphicFramePr>
        <p:xfrm>
          <a:off x="494700" y="1203725"/>
          <a:ext cx="3000000" cy="3000000"/>
        </p:xfrm>
        <a:graphic>
          <a:graphicData uri="http://schemas.openxmlformats.org/drawingml/2006/table">
            <a:tbl>
              <a:tblPr>
                <a:noFill/>
                <a:tableStyleId>{1B278DF3-F396-484F-BA77-16345F118987}</a:tableStyleId>
              </a:tblPr>
              <a:tblGrid>
                <a:gridCol w="4051750"/>
                <a:gridCol w="4051750"/>
              </a:tblGrid>
              <a:tr h="190500">
                <a:tc>
                  <a:txBody>
                    <a:bodyPr/>
                    <a:lstStyle/>
                    <a:p>
                      <a:pPr indent="0" lvl="0" marL="0" rtl="1" algn="r">
                        <a:lnSpc>
                          <a:spcPct val="115000"/>
                        </a:lnSpc>
                        <a:spcBef>
                          <a:spcPts val="0"/>
                        </a:spcBef>
                        <a:spcAft>
                          <a:spcPts val="0"/>
                        </a:spcAft>
                        <a:buNone/>
                      </a:pPr>
                      <a:r>
                        <a:rPr b="1" lang="en" sz="3000"/>
                        <a:t>גרמלין</a:t>
                      </a:r>
                      <a:endParaRPr b="1" sz="3000"/>
                    </a:p>
                  </a:txBody>
                  <a:tcPr marT="91425" marB="91425" marR="91425" marL="91425"/>
                </a:tc>
                <a:tc>
                  <a:txBody>
                    <a:bodyPr/>
                    <a:lstStyle/>
                    <a:p>
                      <a:pPr indent="0" lvl="0" marL="0" rtl="1" algn="r">
                        <a:lnSpc>
                          <a:spcPct val="115000"/>
                        </a:lnSpc>
                        <a:spcBef>
                          <a:spcPts val="0"/>
                        </a:spcBef>
                        <a:spcAft>
                          <a:spcPts val="0"/>
                        </a:spcAft>
                        <a:buNone/>
                      </a:pPr>
                      <a:r>
                        <a:rPr b="1" lang="en" sz="3000"/>
                        <a:t>פחד</a:t>
                      </a:r>
                      <a:endParaRPr b="1" sz="3000"/>
                    </a:p>
                  </a:txBody>
                  <a:tcPr marT="91425" marB="91425" marR="91425" marL="91425"/>
                </a:tc>
              </a:tr>
              <a:tr h="190500">
                <a:tc>
                  <a:txBody>
                    <a:bodyPr/>
                    <a:lstStyle/>
                    <a:p>
                      <a:pPr indent="0" lvl="0" marL="0" rtl="1" algn="r">
                        <a:spcBef>
                          <a:spcPts val="0"/>
                        </a:spcBef>
                        <a:spcAft>
                          <a:spcPts val="0"/>
                        </a:spcAft>
                        <a:buNone/>
                      </a:pPr>
                      <a:r>
                        <a:rPr lang="en" sz="3000"/>
                        <a:t>קול פנימי ביקורתי</a:t>
                      </a:r>
                      <a:endParaRPr sz="3000"/>
                    </a:p>
                  </a:txBody>
                  <a:tcPr marT="91425" marB="91425" marR="91425" marL="91425"/>
                </a:tc>
                <a:tc>
                  <a:txBody>
                    <a:bodyPr/>
                    <a:lstStyle/>
                    <a:p>
                      <a:pPr indent="0" lvl="0" marL="0" rtl="1" algn="r">
                        <a:spcBef>
                          <a:spcPts val="0"/>
                        </a:spcBef>
                        <a:spcAft>
                          <a:spcPts val="0"/>
                        </a:spcAft>
                        <a:buNone/>
                      </a:pPr>
                      <a:r>
                        <a:rPr lang="en" sz="3000"/>
                        <a:t>רגש טבעי</a:t>
                      </a:r>
                      <a:endParaRPr sz="3000"/>
                    </a:p>
                  </a:txBody>
                  <a:tcPr marT="91425" marB="91425" marR="91425" marL="91425"/>
                </a:tc>
              </a:tr>
              <a:tr h="190500">
                <a:tc>
                  <a:txBody>
                    <a:bodyPr/>
                    <a:lstStyle/>
                    <a:p>
                      <a:pPr indent="0" lvl="0" marL="0" rtl="1" algn="r">
                        <a:spcBef>
                          <a:spcPts val="0"/>
                        </a:spcBef>
                        <a:spcAft>
                          <a:spcPts val="0"/>
                        </a:spcAft>
                        <a:buNone/>
                      </a:pPr>
                      <a:r>
                        <a:rPr lang="en" sz="3000"/>
                        <a:t>דפוס חשיבה מגביל</a:t>
                      </a:r>
                      <a:endParaRPr sz="3000"/>
                    </a:p>
                  </a:txBody>
                  <a:tcPr marT="91425" marB="91425" marR="91425" marL="91425"/>
                </a:tc>
                <a:tc>
                  <a:txBody>
                    <a:bodyPr/>
                    <a:lstStyle/>
                    <a:p>
                      <a:pPr indent="0" lvl="0" marL="0" rtl="1" algn="r">
                        <a:spcBef>
                          <a:spcPts val="0"/>
                        </a:spcBef>
                        <a:spcAft>
                          <a:spcPts val="0"/>
                        </a:spcAft>
                        <a:buNone/>
                      </a:pPr>
                      <a:r>
                        <a:rPr lang="en" sz="3000"/>
                        <a:t>מנגנון הישרדות</a:t>
                      </a:r>
                      <a:endParaRPr sz="3000"/>
                    </a:p>
                  </a:txBody>
                  <a:tcPr marT="91425" marB="91425" marR="91425" marL="91425"/>
                </a:tc>
              </a:tr>
              <a:tr h="190500">
                <a:tc>
                  <a:txBody>
                    <a:bodyPr/>
                    <a:lstStyle/>
                    <a:p>
                      <a:pPr indent="0" lvl="0" marL="0" rtl="1" algn="r">
                        <a:spcBef>
                          <a:spcPts val="0"/>
                        </a:spcBef>
                        <a:spcAft>
                          <a:spcPts val="0"/>
                        </a:spcAft>
                        <a:buNone/>
                      </a:pPr>
                      <a:r>
                        <a:rPr lang="en" sz="3000"/>
                        <a:t>לרוב מגזים או מעוות מציאות</a:t>
                      </a:r>
                      <a:endParaRPr sz="3000"/>
                    </a:p>
                  </a:txBody>
                  <a:tcPr marT="91425" marB="91425" marR="91425" marL="91425"/>
                </a:tc>
                <a:tc>
                  <a:txBody>
                    <a:bodyPr/>
                    <a:lstStyle/>
                    <a:p>
                      <a:pPr indent="0" lvl="0" marL="0" rtl="1" algn="r">
                        <a:spcBef>
                          <a:spcPts val="0"/>
                        </a:spcBef>
                        <a:spcAft>
                          <a:spcPts val="0"/>
                        </a:spcAft>
                        <a:buNone/>
                      </a:pPr>
                      <a:r>
                        <a:rPr lang="en" sz="3000"/>
                        <a:t>יכול להצביע על סכנה אמיתית</a:t>
                      </a:r>
                      <a:endParaRPr sz="3000"/>
                    </a:p>
                  </a:txBody>
                  <a:tcPr marT="91425" marB="91425" marR="91425" marL="91425"/>
                </a:tc>
              </a:tr>
              <a:tr h="190500">
                <a:tc>
                  <a:txBody>
                    <a:bodyPr/>
                    <a:lstStyle/>
                    <a:p>
                      <a:pPr indent="0" lvl="0" marL="0" rtl="1" algn="r">
                        <a:spcBef>
                          <a:spcPts val="0"/>
                        </a:spcBef>
                        <a:spcAft>
                          <a:spcPts val="0"/>
                        </a:spcAft>
                        <a:buNone/>
                      </a:pPr>
                      <a:r>
                        <a:rPr lang="en" sz="3000"/>
                        <a:t>מבקש הימנעות והתכווצות</a:t>
                      </a:r>
                      <a:endParaRPr sz="3000"/>
                    </a:p>
                  </a:txBody>
                  <a:tcPr marT="91425" marB="91425" marR="91425" marL="91425"/>
                </a:tc>
                <a:tc>
                  <a:txBody>
                    <a:bodyPr/>
                    <a:lstStyle/>
                    <a:p>
                      <a:pPr indent="0" lvl="0" marL="0" rtl="1" algn="r">
                        <a:spcBef>
                          <a:spcPts val="0"/>
                        </a:spcBef>
                        <a:spcAft>
                          <a:spcPts val="0"/>
                        </a:spcAft>
                        <a:buNone/>
                      </a:pPr>
                      <a:r>
                        <a:rPr lang="en" sz="3000"/>
                        <a:t>מבקש הגנה</a:t>
                      </a:r>
                      <a:endParaRPr sz="3000"/>
                    </a:p>
                  </a:txBody>
                  <a:tcPr marT="91425" marB="91425" marR="91425" marL="91425"/>
                </a:tc>
              </a:tr>
              <a:tr h="190500">
                <a:tc>
                  <a:txBody>
                    <a:bodyPr/>
                    <a:lstStyle/>
                    <a:p>
                      <a:pPr indent="0" lvl="0" marL="0" rtl="1" algn="r">
                        <a:spcBef>
                          <a:spcPts val="0"/>
                        </a:spcBef>
                        <a:spcAft>
                          <a:spcPts val="0"/>
                        </a:spcAft>
                        <a:buNone/>
                      </a:pPr>
                      <a:r>
                        <a:rPr lang="en" sz="3000"/>
                        <a:t>צריך לזהות ולהפריד ממנו</a:t>
                      </a:r>
                      <a:endParaRPr sz="3000"/>
                    </a:p>
                  </a:txBody>
                  <a:tcPr marT="91425" marB="91425" marR="91425" marL="91425"/>
                </a:tc>
                <a:tc>
                  <a:txBody>
                    <a:bodyPr/>
                    <a:lstStyle/>
                    <a:p>
                      <a:pPr indent="0" lvl="0" marL="0" rtl="1" algn="r">
                        <a:spcBef>
                          <a:spcPts val="0"/>
                        </a:spcBef>
                        <a:spcAft>
                          <a:spcPts val="0"/>
                        </a:spcAft>
                        <a:buNone/>
                      </a:pPr>
                      <a:r>
                        <a:rPr lang="en" sz="3000"/>
                        <a:t>אפשר להקשיב לו</a:t>
                      </a:r>
                      <a:endParaRPr sz="3000"/>
                    </a:p>
                  </a:txBody>
                  <a:tcPr marT="91425" marB="91425" marR="91425" marL="91425"/>
                </a:tc>
              </a:tr>
            </a:tbl>
          </a:graphicData>
        </a:graphic>
      </p:graphicFrame>
      <p:pic>
        <p:nvPicPr>
          <p:cNvPr id="268" name="Google Shape;268;p37"/>
          <p:cNvPicPr preferRelativeResize="0"/>
          <p:nvPr/>
        </p:nvPicPr>
        <p:blipFill>
          <a:blip r:embed="rId3">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אי אפשר להילחם בהם</a:t>
            </a:r>
            <a:endParaRPr b="1" sz="3020"/>
          </a:p>
        </p:txBody>
      </p:sp>
      <p:sp>
        <p:nvSpPr>
          <p:cNvPr id="274" name="Google Shape;274;p38"/>
          <p:cNvSpPr txBox="1"/>
          <p:nvPr>
            <p:ph idx="1" type="body"/>
          </p:nvPr>
        </p:nvSpPr>
        <p:spPr>
          <a:xfrm>
            <a:off x="2138500" y="1152475"/>
            <a:ext cx="6693900" cy="3416400"/>
          </a:xfrm>
          <a:prstGeom prst="rect">
            <a:avLst/>
          </a:prstGeom>
        </p:spPr>
        <p:txBody>
          <a:bodyPr anchorCtr="0" anchor="t" bIns="91425" lIns="91425" spcFirstLastPara="1" rIns="91425" wrap="square" tIns="91425">
            <a:noAutofit/>
          </a:bodyPr>
          <a:lstStyle/>
          <a:p>
            <a:pPr indent="-400050" lvl="0" marL="457200" rtl="1" algn="r">
              <a:spcBef>
                <a:spcPts val="0"/>
              </a:spcBef>
              <a:spcAft>
                <a:spcPts val="0"/>
              </a:spcAft>
              <a:buClr>
                <a:schemeClr val="dk1"/>
              </a:buClr>
              <a:buSzPts val="2700"/>
              <a:buChar char="●"/>
            </a:pPr>
            <a:r>
              <a:rPr lang="en" sz="2700">
                <a:solidFill>
                  <a:schemeClr val="dk1"/>
                </a:solidFill>
              </a:rPr>
              <a:t>כשנלחמים בגרמלין, אנחנו נותנים לו תשומת לב ומשאבים.   </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מאבק פנימי חוסם את האינטואיציה.</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הגישה הנכונה: לא "להרוג" אותו, אלא "לאלף" או "לשחק" איתו  להחזיר אותו למימדים הנכונים</a:t>
            </a:r>
            <a:endParaRPr sz="2700">
              <a:solidFill>
                <a:schemeClr val="dk1"/>
              </a:solidFill>
            </a:endParaRPr>
          </a:p>
          <a:p>
            <a:pPr indent="0" lvl="0" marL="0" rtl="0" algn="l">
              <a:spcBef>
                <a:spcPts val="1200"/>
              </a:spcBef>
              <a:spcAft>
                <a:spcPts val="1200"/>
              </a:spcAft>
              <a:buNone/>
            </a:pPr>
            <a:r>
              <a:t/>
            </a:r>
            <a:endParaRPr sz="2700"/>
          </a:p>
        </p:txBody>
      </p:sp>
      <p:pic>
        <p:nvPicPr>
          <p:cNvPr id="275" name="Google Shape;275;p38"/>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276" name="Google Shape;276;p38"/>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277" name="Google Shape;277;p38"/>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